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docProps/custom.xml" ContentType="application/vnd.openxmlformats-officedocument.custom-properties+xml"/>
  <Override PartName="/docProps/core.xml" ContentType="application/vnd.openxmlformats-package.core-properties+xml"/>
  <Override PartName="/docProps/app.xml" ContentType="application/vnd.openxmlformats-officedocument.extended-properties+xml"/>
  <Override PartName="/ppt/theme/theme1.xml" ContentType="application/vnd.openxmlformats-officedocument.theme+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presProps.xml" ContentType="application/vnd.openxmlformats-officedocument.presentationml.presProp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Lst>
  <p:sldIdLst>
    <p:sldId id="256" r:id="rId3"/>
    <p:sldId id="257" r:id="rId4"/>
    <p:sldId id="258" r:id="rId5"/>
    <p:sldId id="259" r:id="rId6"/>
    <p:sldId id="260" r:id="rId7"/>
    <p:sldId id="261" r:id="rId8"/>
  </p:sldIdLst>
  <p:sldSz cx="9144000" cy="5143500"/>
  <p:notesSz cx="7559675" cy="10691813"/>
</p:presentation>
</file>

<file path=ppt/presProps.xml><?xml version="1.0" encoding="utf-8"?>
<p:presentationPr xmlns:a="http://schemas.openxmlformats.org/drawingml/2006/main" xmlns:p="http://schemas.openxmlformats.org/presentationml/2006/main" xmlns:r="http://schemas.openxmlformats.org/officeDocument/2006/relationships">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6.xml"/><Relationship Id="rId9" Type="http://schemas.openxmlformats.org/officeDocument/2006/relationships/presProps" Target="presProps.xml"/>
</Relationship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Title Slide">
    <p:bg>
      <p:bgPr>
        <a:solidFill>
          <a:srgbClr val="FFFFFF"/>
        </a:solidFill>
      </p:bgPr>
    </p:bg>
    <p:spTree>
      <p:nvGrpSpPr>
        <p:cNvPr id="1" name=""/>
        <p:cNvGrpSpPr/>
        <p:nvPr/>
      </p:nvGrpSpPr>
      <p:grpSpPr>
        <a:xfrm>
          <a:off x="0" y="0"/>
          <a:ext cx="0" cy="0"/>
          <a:chOff x="0" y="0"/>
          <a:chExt cx="0" cy="0"/>
        </a:xfrm>
      </p:grpSpPr>
      <p:sp>
        <p:nvSpPr>
          <p:cNvPr id="2" name="PlaceHolder 1"/>
          <p:cNvSpPr>
            <a:spLocks noGrp="1"/>
          </p:cNvSpPr>
          <p:nvPr>
            <p:ph type="title"/>
          </p:nvPr>
        </p:nvSpPr>
        <p:spPr>
          <a:xfrm>
            <a:off x="1143000" y="841680"/>
            <a:ext cx="6857640" cy="1790280"/>
          </a:xfrm>
          <a:prstGeom prst="rect">
            <a:avLst/>
          </a:prstGeom>
          <a:noFill/>
          <a:ln w="0">
            <a:noFill/>
          </a:ln>
        </p:spPr>
        <p:txBody>
          <a:bodyPr lIns="91440" tIns="45720" rIns="91440" bIns="45720" anchor="b">
            <a:noAutofit/>
          </a:bodyPr>
          <a:lstStyle>
            <a:lvl1pPr indent="0" algn="ctr" defTabSz="685800">
              <a:lnSpc>
                <a:spcPct val="90000"/>
              </a:lnSpc>
              <a:buNone/>
              <a:defRPr lang="en-US" sz="4500" b="0" u="none" strike="noStrike">
                <a:solidFill>
                  <a:schemeClr val="dk1"/>
                </a:solidFill>
                <a:effectLst/>
                <a:uFillTx/>
                <a:latin typeface="Calibri Light"/>
              </a:defRPr>
            </a:lvl1pPr>
          </a:lstStyle>
          <a:p>
            <a:pPr indent="0" algn="ctr" defTabSz="685800">
              <a:lnSpc>
                <a:spcPct val="90000"/>
              </a:lnSpc>
              <a:buNone/>
            </a:pPr>
            <a:r>
              <a:rPr lang="en-US" sz="4500" b="0" u="none" strike="noStrike">
                <a:solidFill>
                  <a:schemeClr val="dk1"/>
                </a:solidFill>
                <a:effectLst/>
                <a:uFillTx/>
                <a:latin typeface="Calibri Light"/>
              </a:rPr>
              <a:t>Click to edit Master title style</a:t>
            </a:r>
            <a:endParaRPr lang="en-US" sz="4500" b="0" u="none" strike="noStrike">
              <a:solidFill>
                <a:schemeClr val="dk1"/>
              </a:solidFill>
              <a:effectLst/>
              <a:uFillTx/>
              <a:latin typeface="Calibri Light"/>
            </a:endParaRPr>
          </a:p>
        </p:txBody>
      </p:sp>
      <p:sp>
        <p:nvSpPr>
          <p:cNvPr id="3" name="PlaceHolder 2"/>
          <p:cNvSpPr>
            <a:spLocks noGrp="1"/>
          </p:cNvSpPr>
          <p:nvPr>
            <p:ph type="dt" idx="1"/>
          </p:nvPr>
        </p:nvSpPr>
        <p:spPr>
          <a:xfrm>
            <a:off x="628560" y="4767120"/>
            <a:ext cx="2057040" cy="273600"/>
          </a:xfrm>
          <a:prstGeom prst="rect">
            <a:avLst/>
          </a:prstGeom>
          <a:noFill/>
          <a:ln w="0">
            <a:noFill/>
          </a:ln>
        </p:spPr>
        <p:txBody>
          <a:bodyPr lIns="91440" tIns="45720" rIns="91440" bIns="45720" anchor="ctr">
            <a:noAutofit/>
          </a:bodyPr>
          <a:lstStyle>
            <a:lvl1pPr indent="0" algn="l" defTabSz="457200">
              <a:lnSpc>
                <a:spcPct val="100000"/>
              </a:lnSpc>
              <a:buNone/>
              <a:defRPr lang="en-IN" sz="900" b="0" u="none" strike="noStrike">
                <a:solidFill>
                  <a:schemeClr val="dk1">
                    <a:tint val="75000"/>
                  </a:schemeClr>
                </a:solidFill>
                <a:effectLst/>
                <a:uFillTx/>
                <a:latin typeface="Calibri"/>
              </a:defRPr>
            </a:lvl1pPr>
          </a:lstStyle>
          <a:p>
            <a:pPr indent="0" algn="l" defTabSz="457200">
              <a:lnSpc>
                <a:spcPct val="100000"/>
              </a:lnSpc>
              <a:buNone/>
            </a:pPr>
            <a:r>
              <a:rPr lang="en-IN" sz="900" b="0" u="none" strike="noStrike">
                <a:solidFill>
                  <a:schemeClr val="dk1">
                    <a:tint val="75000"/>
                  </a:schemeClr>
                </a:solidFill>
                <a:effectLst/>
                <a:uFillTx/>
                <a:latin typeface="Calibri"/>
              </a:rPr>
              <a:t>&lt;date/time&gt;</a:t>
            </a:r>
            <a:endParaRPr lang="en-IN" sz="900" b="0" u="none" strike="noStrike">
              <a:solidFill>
                <a:srgbClr val="000000"/>
              </a:solidFill>
              <a:effectLst/>
              <a:uFillTx/>
              <a:latin typeface="Times New Roman"/>
            </a:endParaRPr>
          </a:p>
        </p:txBody>
      </p:sp>
      <p:sp>
        <p:nvSpPr>
          <p:cNvPr id="4" name="PlaceHolder 3"/>
          <p:cNvSpPr>
            <a:spLocks noGrp="1"/>
          </p:cNvSpPr>
          <p:nvPr>
            <p:ph type="ftr" idx="2"/>
          </p:nvPr>
        </p:nvSpPr>
        <p:spPr>
          <a:xfrm>
            <a:off x="3029040" y="4767120"/>
            <a:ext cx="3085920" cy="273600"/>
          </a:xfrm>
          <a:prstGeom prst="rect">
            <a:avLst/>
          </a:prstGeom>
          <a:noFill/>
          <a:ln w="0">
            <a:noFill/>
          </a:ln>
        </p:spPr>
        <p:txBody>
          <a:bodyPr lIns="91440" tIns="45720" rIns="91440" bIns="45720" anchor="ctr">
            <a:noAutofit/>
          </a:bodyPr>
          <a:lstStyle>
            <a:lvl1pPr indent="0" algn="ctr">
              <a:buNone/>
              <a:defRPr lang="en-IN" sz="1400" b="0" u="none" strike="noStrike">
                <a:solidFill>
                  <a:srgbClr val="000000"/>
                </a:solidFill>
                <a:effectLst/>
                <a:uFillTx/>
                <a:latin typeface="Times New Roman"/>
              </a:defRPr>
            </a:lvl1pPr>
          </a:lstStyle>
          <a:p>
            <a:pPr indent="0" algn="ctr">
              <a:buNone/>
            </a:pPr>
            <a:r>
              <a:rPr lang="en-IN" sz="1400" b="0" u="none" strike="noStrike">
                <a:solidFill>
                  <a:srgbClr val="000000"/>
                </a:solidFill>
                <a:effectLst/>
                <a:uFillTx/>
                <a:latin typeface="Times New Roman"/>
              </a:rPr>
              <a:t>&lt;footer&gt;</a:t>
            </a:r>
            <a:endParaRPr lang="en-IN" sz="1400" b="0" u="none" strike="noStrike">
              <a:solidFill>
                <a:srgbClr val="000000"/>
              </a:solidFill>
              <a:effectLst/>
              <a:uFillTx/>
              <a:latin typeface="Times New Roman"/>
            </a:endParaRPr>
          </a:p>
        </p:txBody>
      </p:sp>
      <p:sp>
        <p:nvSpPr>
          <p:cNvPr id="5" name="PlaceHolder 4"/>
          <p:cNvSpPr>
            <a:spLocks noGrp="1"/>
          </p:cNvSpPr>
          <p:nvPr>
            <p:ph type="sldNum" idx="3"/>
          </p:nvPr>
        </p:nvSpPr>
        <p:spPr>
          <a:xfrm>
            <a:off x="6458040" y="4767120"/>
            <a:ext cx="2057040" cy="273600"/>
          </a:xfrm>
          <a:prstGeom prst="rect">
            <a:avLst/>
          </a:prstGeom>
          <a:noFill/>
          <a:ln w="0">
            <a:noFill/>
          </a:ln>
        </p:spPr>
        <p:txBody>
          <a:bodyPr lIns="91440" tIns="45720" rIns="91440" bIns="45720" anchor="ctr">
            <a:noAutofit/>
          </a:bodyPr>
          <a:lstStyle>
            <a:lvl1pPr indent="0" algn="r" defTabSz="457200">
              <a:lnSpc>
                <a:spcPct val="100000"/>
              </a:lnSpc>
              <a:buNone/>
              <a:defRPr lang="en-IN" sz="900" b="0" u="none" strike="noStrike">
                <a:solidFill>
                  <a:schemeClr val="dk1">
                    <a:tint val="75000"/>
                  </a:schemeClr>
                </a:solidFill>
                <a:effectLst/>
                <a:uFillTx/>
                <a:latin typeface="Calibri"/>
              </a:defRPr>
            </a:lvl1pPr>
          </a:lstStyle>
          <a:p>
            <a:pPr indent="0" algn="r" defTabSz="457200">
              <a:lnSpc>
                <a:spcPct val="100000"/>
              </a:lnSpc>
              <a:buNone/>
            </a:pPr>
            <a:fld id="{42D176AA-F518-45CA-8C40-9CB1245971E2}" type="slidenum">
              <a:rPr lang="en-IN" sz="900" b="0" u="none" strike="noStrike">
                <a:solidFill>
                  <a:schemeClr val="dk1">
                    <a:tint val="75000"/>
                  </a:schemeClr>
                </a:solidFill>
                <a:effectLst/>
                <a:uFillTx/>
                <a:latin typeface="Calibri"/>
              </a:rPr>
              <a:t>&lt;number&gt;</a:t>
            </a:fld>
            <a:endParaRPr lang="en-IN" sz="900" b="0" u="none" strike="noStrike">
              <a:solidFill>
                <a:srgbClr val="000000"/>
              </a:solidFill>
              <a:effectLst/>
              <a:uFillTx/>
              <a:latin typeface="Times New Roman"/>
            </a:endParaRPr>
          </a:p>
        </p:txBody>
      </p:sp>
      <p:sp>
        <p:nvSpPr>
          <p:cNvPr id="6" name="PlaceHolder 5"/>
          <p:cNvSpPr>
            <a:spLocks noGrp="1"/>
          </p:cNvSpPr>
          <p:nvPr>
            <p:ph type="body"/>
          </p:nvPr>
        </p:nvSpPr>
        <p:spPr>
          <a:xfrm>
            <a:off x="457200" y="1203480"/>
            <a:ext cx="8229240" cy="2982960"/>
          </a:xfrm>
          <a:prstGeom prst="rect">
            <a:avLst/>
          </a:prstGeom>
          <a:noFill/>
          <a:ln w="0">
            <a:noFill/>
          </a:ln>
        </p:spPr>
        <p:txBody>
          <a:bodyPr lIns="0" tIns="0" rIns="0" bIns="0" anchor="t">
            <a:normAutofit/>
          </a:bodyPr>
          <a:lstStyle>
            <a:lvl1pPr algn="l" defTabSz="685800">
              <a:lnSpc>
                <a:spcPct val="90000"/>
              </a:lnSpc>
              <a:spcBef>
                <a:spcPts val="751"/>
              </a:spcBef>
              <a:buClr>
                <a:srgbClr val="000000"/>
              </a:buClr>
              <a:buFont typeface="Arial"/>
              <a:buChar char="•"/>
              <a:defRPr lang="en-US" sz="2100" b="0" u="none" strike="noStrike">
                <a:solidFill>
                  <a:schemeClr val="dk1"/>
                </a:solidFill>
                <a:effectLst/>
                <a:uFillTx/>
                <a:latin typeface="Calibri"/>
              </a:defRPr>
            </a:lvl1pPr>
            <a:lvl2pPr lvl="1" algn="l" defTabSz="685800">
              <a:lnSpc>
                <a:spcPct val="90000"/>
              </a:lnSpc>
              <a:spcBef>
                <a:spcPts val="374"/>
              </a:spcBef>
              <a:buClr>
                <a:srgbClr val="000000"/>
              </a:buClr>
              <a:buSzPct val="75000"/>
              <a:buFont typeface="Symbol" charset="2"/>
              <a:buChar char=""/>
              <a:defRPr lang="en-US" sz="1800" b="0" u="none" strike="noStrike">
                <a:solidFill>
                  <a:schemeClr val="dk1"/>
                </a:solidFill>
                <a:effectLst/>
                <a:uFillTx/>
                <a:latin typeface="Calibri"/>
              </a:defRPr>
            </a:lvl2pPr>
            <a:lvl3pPr lvl="2" algn="l" defTabSz="685800">
              <a:lnSpc>
                <a:spcPct val="90000"/>
              </a:lnSpc>
              <a:spcBef>
                <a:spcPts val="374"/>
              </a:spcBef>
              <a:buClr>
                <a:srgbClr val="000000"/>
              </a:buClr>
              <a:buSzPct val="45000"/>
              <a:buFont typeface="Wingdings" charset="2"/>
              <a:buChar char=""/>
              <a:defRPr lang="en-US" sz="1500" b="0" u="none" strike="noStrike">
                <a:solidFill>
                  <a:schemeClr val="dk1"/>
                </a:solidFill>
                <a:effectLst/>
                <a:uFillTx/>
                <a:latin typeface="Calibri"/>
              </a:defRPr>
            </a:lvl3pPr>
            <a:lvl4pPr lvl="3" algn="l" defTabSz="685800">
              <a:lnSpc>
                <a:spcPct val="90000"/>
              </a:lnSpc>
              <a:spcBef>
                <a:spcPts val="374"/>
              </a:spcBef>
              <a:buClr>
                <a:srgbClr val="000000"/>
              </a:buClr>
              <a:buSzPct val="75000"/>
              <a:buFont typeface="Symbol" charset="2"/>
              <a:buChar char=""/>
              <a:defRPr lang="en-US" sz="1350" b="0" u="none" strike="noStrike">
                <a:solidFill>
                  <a:schemeClr val="dk1"/>
                </a:solidFill>
                <a:effectLst/>
                <a:uFillTx/>
                <a:latin typeface="Calibri"/>
              </a:defRPr>
            </a:lvl4pPr>
            <a:lvl5pPr lvl="4" algn="l" defTabSz="685800">
              <a:lnSpc>
                <a:spcPct val="90000"/>
              </a:lnSpc>
              <a:spcBef>
                <a:spcPts val="374"/>
              </a:spcBef>
              <a:buClr>
                <a:srgbClr val="000000"/>
              </a:buClr>
              <a:buSzPct val="45000"/>
              <a:buFont typeface="Wingdings" charset="2"/>
              <a:buChar char=""/>
              <a:defRPr lang="en-US" sz="1350" b="0" u="none" strike="noStrike">
                <a:solidFill>
                  <a:schemeClr val="dk1"/>
                </a:solidFill>
                <a:effectLst/>
                <a:uFillTx/>
                <a:latin typeface="Calibri"/>
              </a:defRPr>
            </a:lvl5pPr>
            <a:lvl6pPr lvl="5" algn="l" defTabSz="685800">
              <a:lnSpc>
                <a:spcPct val="90000"/>
              </a:lnSpc>
              <a:spcBef>
                <a:spcPts val="283"/>
              </a:spcBef>
              <a:buClr>
                <a:srgbClr val="000000"/>
              </a:buClr>
              <a:buSzPct val="45000"/>
              <a:buFont typeface="Wingdings" charset="2"/>
              <a:buChar char=""/>
              <a:defRPr lang="en-US" sz="2000" b="0" u="none" strike="noStrike">
                <a:solidFill>
                  <a:schemeClr val="dk1"/>
                </a:solidFill>
                <a:effectLst/>
                <a:uFillTx/>
                <a:latin typeface="Calibri"/>
              </a:defRPr>
            </a:lvl6pPr>
            <a:lvl7pPr lvl="6" algn="l" defTabSz="685800">
              <a:lnSpc>
                <a:spcPct val="90000"/>
              </a:lnSpc>
              <a:spcBef>
                <a:spcPts val="283"/>
              </a:spcBef>
              <a:buClr>
                <a:srgbClr val="000000"/>
              </a:buClr>
              <a:buSzPct val="45000"/>
              <a:buFont typeface="Wingdings" charset="2"/>
              <a:buChar char=""/>
              <a:defRPr lang="en-US" sz="2000" b="0" u="none" strike="noStrike">
                <a:solidFill>
                  <a:schemeClr val="dk1"/>
                </a:solidFill>
                <a:effectLst/>
                <a:uFillTx/>
                <a:latin typeface="Calibri"/>
              </a:defRPr>
            </a:lvl7pPr>
          </a:lstStyle>
          <a:p>
            <a:pPr marL="171360" indent="-171360" algn="l" defTabSz="685800">
              <a:lnSpc>
                <a:spcPct val="90000"/>
              </a:lnSpc>
              <a:spcBef>
                <a:spcPts val="751"/>
              </a:spcBef>
              <a:buClr>
                <a:srgbClr val="000000"/>
              </a:buClr>
              <a:buFont typeface="Arial"/>
              <a:buChar char="•"/>
            </a:pPr>
            <a:r>
              <a:rPr lang="en-US" sz="2100" b="0" u="none" strike="noStrike">
                <a:solidFill>
                  <a:schemeClr val="dk1"/>
                </a:solidFill>
                <a:effectLst/>
                <a:uFillTx/>
                <a:latin typeface="Calibri"/>
              </a:rPr>
              <a:t>Click to edit the outline text format</a:t>
            </a:r>
            <a:endParaRPr lang="en-US" sz="2100" b="0" u="none" strike="noStrike">
              <a:solidFill>
                <a:schemeClr val="dk1"/>
              </a:solidFill>
              <a:effectLst/>
              <a:uFillTx/>
              <a:latin typeface="Calibri"/>
            </a:endParaRPr>
          </a:p>
          <a:p>
            <a:pPr marL="864000" lvl="1" indent="-324000" algn="l" defTabSz="685800">
              <a:lnSpc>
                <a:spcPct val="90000"/>
              </a:lnSpc>
              <a:spcBef>
                <a:spcPts val="374"/>
              </a:spcBef>
              <a:buClr>
                <a:srgbClr val="000000"/>
              </a:buClr>
              <a:buSzPct val="75000"/>
              <a:buFont typeface="Symbol" charset="2"/>
              <a:buChar char=""/>
            </a:pPr>
            <a:r>
              <a:rPr lang="en-US" sz="1800" b="0" u="none" strike="noStrike">
                <a:solidFill>
                  <a:schemeClr val="dk1"/>
                </a:solidFill>
                <a:effectLst/>
                <a:uFillTx/>
                <a:latin typeface="Calibri"/>
              </a:rPr>
              <a:t>Second Outline Level</a:t>
            </a:r>
            <a:endParaRPr lang="en-US" sz="1800" b="0" u="none" strike="noStrike">
              <a:solidFill>
                <a:schemeClr val="dk1"/>
              </a:solidFill>
              <a:effectLst/>
              <a:uFillTx/>
              <a:latin typeface="Calibri"/>
            </a:endParaRPr>
          </a:p>
          <a:p>
            <a:pPr marL="1296000" lvl="2" indent="-288000" algn="l" defTabSz="685800">
              <a:lnSpc>
                <a:spcPct val="90000"/>
              </a:lnSpc>
              <a:spcBef>
                <a:spcPts val="374"/>
              </a:spcBef>
              <a:buClr>
                <a:srgbClr val="000000"/>
              </a:buClr>
              <a:buSzPct val="45000"/>
              <a:buFont typeface="Wingdings" charset="2"/>
              <a:buChar char=""/>
            </a:pPr>
            <a:r>
              <a:rPr lang="en-US" sz="1500" b="0" u="none" strike="noStrike">
                <a:solidFill>
                  <a:schemeClr val="dk1"/>
                </a:solidFill>
                <a:effectLst/>
                <a:uFillTx/>
                <a:latin typeface="Calibri"/>
              </a:rPr>
              <a:t>Third Outline Level</a:t>
            </a:r>
            <a:endParaRPr lang="en-US" sz="1500" b="0" u="none" strike="noStrike">
              <a:solidFill>
                <a:schemeClr val="dk1"/>
              </a:solidFill>
              <a:effectLst/>
              <a:uFillTx/>
              <a:latin typeface="Calibri"/>
            </a:endParaRPr>
          </a:p>
          <a:p>
            <a:pPr marL="1728000" lvl="3" indent="-216000" algn="l" defTabSz="685800">
              <a:lnSpc>
                <a:spcPct val="90000"/>
              </a:lnSpc>
              <a:spcBef>
                <a:spcPts val="374"/>
              </a:spcBef>
              <a:buClr>
                <a:srgbClr val="000000"/>
              </a:buClr>
              <a:buSzPct val="75000"/>
              <a:buFont typeface="Symbol" charset="2"/>
              <a:buChar char=""/>
            </a:pPr>
            <a:r>
              <a:rPr lang="en-US" sz="1350" b="0" u="none" strike="noStrike">
                <a:solidFill>
                  <a:schemeClr val="dk1"/>
                </a:solidFill>
                <a:effectLst/>
                <a:uFillTx/>
                <a:latin typeface="Calibri"/>
              </a:rPr>
              <a:t>Fourth Outline Level</a:t>
            </a:r>
            <a:endParaRPr lang="en-US" sz="1350" b="0" u="none" strike="noStrike">
              <a:solidFill>
                <a:schemeClr val="dk1"/>
              </a:solidFill>
              <a:effectLst/>
              <a:uFillTx/>
              <a:latin typeface="Calibri"/>
            </a:endParaRPr>
          </a:p>
          <a:p>
            <a:pPr marL="2160000" lvl="4" indent="-216000" algn="l" defTabSz="685800">
              <a:lnSpc>
                <a:spcPct val="90000"/>
              </a:lnSpc>
              <a:spcBef>
                <a:spcPts val="374"/>
              </a:spcBef>
              <a:buClr>
                <a:srgbClr val="000000"/>
              </a:buClr>
              <a:buSzPct val="45000"/>
              <a:buFont typeface="Wingdings" charset="2"/>
              <a:buChar char=""/>
            </a:pPr>
            <a:r>
              <a:rPr lang="en-US" sz="1350" b="0" u="none" strike="noStrike">
                <a:solidFill>
                  <a:schemeClr val="dk1"/>
                </a:solidFill>
                <a:effectLst/>
                <a:uFillTx/>
                <a:latin typeface="Calibri"/>
              </a:rPr>
              <a:t>Fifth Outline Level</a:t>
            </a:r>
            <a:endParaRPr lang="en-US" sz="1350" b="0" u="none" strike="noStrike">
              <a:solidFill>
                <a:schemeClr val="dk1"/>
              </a:solidFill>
              <a:effectLst/>
              <a:uFillTx/>
              <a:latin typeface="Calibri"/>
            </a:endParaRPr>
          </a:p>
          <a:p>
            <a:pPr marL="2592000" lvl="5" indent="-216000" algn="l" defTabSz="685800">
              <a:lnSpc>
                <a:spcPct val="90000"/>
              </a:lnSpc>
              <a:spcBef>
                <a:spcPts val="283"/>
              </a:spcBef>
              <a:buClr>
                <a:srgbClr val="000000"/>
              </a:buClr>
              <a:buSzPct val="45000"/>
              <a:buFont typeface="Wingdings" charset="2"/>
              <a:buChar char=""/>
            </a:pPr>
            <a:r>
              <a:rPr lang="en-US" sz="2000" b="0" u="none" strike="noStrike">
                <a:solidFill>
                  <a:schemeClr val="dk1"/>
                </a:solidFill>
                <a:effectLst/>
                <a:uFillTx/>
                <a:latin typeface="Calibri"/>
              </a:rPr>
              <a:t>Sixth Outline Level</a:t>
            </a:r>
            <a:endParaRPr lang="en-US" sz="2000" b="0" u="none" strike="noStrike">
              <a:solidFill>
                <a:schemeClr val="dk1"/>
              </a:solidFill>
              <a:effectLst/>
              <a:uFillTx/>
              <a:latin typeface="Calibri"/>
            </a:endParaRPr>
          </a:p>
          <a:p>
            <a:pPr marL="3024000" lvl="6" indent="-216000" algn="l" defTabSz="685800">
              <a:lnSpc>
                <a:spcPct val="90000"/>
              </a:lnSpc>
              <a:spcBef>
                <a:spcPts val="283"/>
              </a:spcBef>
              <a:buClr>
                <a:srgbClr val="000000"/>
              </a:buClr>
              <a:buSzPct val="45000"/>
              <a:buFont typeface="Wingdings" charset="2"/>
              <a:buChar char=""/>
            </a:pPr>
            <a:r>
              <a:rPr lang="en-US" sz="2000" b="0" u="none" strike="noStrike">
                <a:solidFill>
                  <a:schemeClr val="dk1"/>
                </a:solidFill>
                <a:effectLst/>
                <a:uFillTx/>
                <a:latin typeface="Calibri"/>
              </a:rPr>
              <a:t>Seventh Outline Level</a:t>
            </a:r>
            <a:endParaRPr lang="en-US" sz="2000" b="0" u="none" strike="noStrike">
              <a:solidFill>
                <a:schemeClr val="dk1"/>
              </a:solidFill>
              <a:effectLst/>
              <a:uFillTx/>
              <a:latin typeface="Calibri"/>
            </a:endParaRP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x" preserve="1">
  <p:cSld name="Title and Vertical Text">
    <p:bg>
      <p:bgPr>
        <a:solidFill>
          <a:srgbClr val="FFFFFF"/>
        </a:solidFill>
      </p:bgPr>
    </p:bg>
    <p:spTree>
      <p:nvGrpSpPr>
        <p:cNvPr id="1" name=""/>
        <p:cNvGrpSpPr/>
        <p:nvPr/>
      </p:nvGrpSpPr>
      <p:grpSpPr>
        <a:xfrm>
          <a:off x="0" y="0"/>
          <a:ext cx="0" cy="0"/>
          <a:chOff x="0" y="0"/>
          <a:chExt cx="0" cy="0"/>
        </a:xfrm>
      </p:grpSpPr>
      <p:sp>
        <p:nvSpPr>
          <p:cNvPr id="7" name="PlaceHolder 1"/>
          <p:cNvSpPr>
            <a:spLocks noGrp="1"/>
          </p:cNvSpPr>
          <p:nvPr>
            <p:ph type="title"/>
          </p:nvPr>
        </p:nvSpPr>
        <p:spPr>
          <a:xfrm>
            <a:off x="628560" y="273960"/>
            <a:ext cx="7886520" cy="993960"/>
          </a:xfrm>
          <a:prstGeom prst="rect">
            <a:avLst/>
          </a:prstGeom>
          <a:noFill/>
          <a:ln w="0">
            <a:noFill/>
          </a:ln>
        </p:spPr>
        <p:txBody>
          <a:bodyPr lIns="91440" tIns="45720" rIns="91440" bIns="45720" anchor="ctr">
            <a:noAutofit/>
          </a:bodyPr>
          <a:lstStyle>
            <a:lvl1pPr indent="0" algn="l" defTabSz="685800">
              <a:lnSpc>
                <a:spcPct val="90000"/>
              </a:lnSpc>
              <a:buNone/>
              <a:defRPr lang="en-US" sz="3300" b="0" u="none" strike="noStrike">
                <a:solidFill>
                  <a:schemeClr val="dk1"/>
                </a:solidFill>
                <a:effectLst/>
                <a:uFillTx/>
                <a:latin typeface="Calibri Light"/>
              </a:defRPr>
            </a:lvl1pPr>
          </a:lstStyle>
          <a:p>
            <a:pPr indent="0" algn="l" defTabSz="685800">
              <a:lnSpc>
                <a:spcPct val="90000"/>
              </a:lnSpc>
              <a:buNone/>
            </a:pPr>
            <a:r>
              <a:rPr lang="en-US" sz="3300" b="0" u="none" strike="noStrike">
                <a:solidFill>
                  <a:schemeClr val="dk1"/>
                </a:solidFill>
                <a:effectLst/>
                <a:uFillTx/>
                <a:latin typeface="Calibri Light"/>
              </a:rPr>
              <a:t>Click to edit Master title style</a:t>
            </a:r>
            <a:endParaRPr lang="en-US" sz="3300" b="0" u="none" strike="noStrike">
              <a:solidFill>
                <a:schemeClr val="dk1"/>
              </a:solidFill>
              <a:effectLst/>
              <a:uFillTx/>
              <a:latin typeface="Calibri Light"/>
            </a:endParaRPr>
          </a:p>
        </p:txBody>
      </p:sp>
      <p:sp>
        <p:nvSpPr>
          <p:cNvPr id="8" name="PlaceHolder 2"/>
          <p:cNvSpPr>
            <a:spLocks noGrp="1"/>
          </p:cNvSpPr>
          <p:nvPr>
            <p:ph type="body"/>
          </p:nvPr>
        </p:nvSpPr>
        <p:spPr>
          <a:xfrm>
            <a:off x="628560" y="1369080"/>
            <a:ext cx="7886520" cy="3263040"/>
          </a:xfrm>
          <a:prstGeom prst="rect">
            <a:avLst/>
          </a:prstGeom>
          <a:noFill/>
          <a:ln w="0">
            <a:noFill/>
          </a:ln>
        </p:spPr>
        <p:txBody>
          <a:bodyPr lIns="91440" tIns="45720" rIns="91440" bIns="45720" anchor="t" vert="eaVert">
            <a:noAutofit/>
          </a:bodyPr>
          <a:lstStyle>
            <a:lvl1pPr algn="l" defTabSz="685800">
              <a:lnSpc>
                <a:spcPct val="90000"/>
              </a:lnSpc>
              <a:spcBef>
                <a:spcPts val="751"/>
              </a:spcBef>
              <a:buClr>
                <a:srgbClr val="000000"/>
              </a:buClr>
              <a:buFont typeface="Arial"/>
              <a:buChar char="•"/>
              <a:defRPr lang="en-US" sz="2100" b="0" u="none" strike="noStrike">
                <a:solidFill>
                  <a:schemeClr val="dk1"/>
                </a:solidFill>
                <a:effectLst/>
                <a:uFillTx/>
                <a:latin typeface="Calibri"/>
              </a:defRPr>
            </a:lvl1pPr>
            <a:lvl2pPr lvl="1" algn="l" defTabSz="685800">
              <a:lnSpc>
                <a:spcPct val="90000"/>
              </a:lnSpc>
              <a:spcBef>
                <a:spcPts val="374"/>
              </a:spcBef>
              <a:buClr>
                <a:srgbClr val="000000"/>
              </a:buClr>
              <a:buFont typeface="Arial"/>
              <a:buChar char="•"/>
              <a:defRPr lang="en-US" sz="1800" b="0" u="none" strike="noStrike">
                <a:solidFill>
                  <a:schemeClr val="dk1"/>
                </a:solidFill>
                <a:effectLst/>
                <a:uFillTx/>
                <a:latin typeface="Calibri"/>
              </a:defRPr>
            </a:lvl2pPr>
            <a:lvl3pPr lvl="2" algn="l" defTabSz="685800">
              <a:lnSpc>
                <a:spcPct val="90000"/>
              </a:lnSpc>
              <a:spcBef>
                <a:spcPts val="374"/>
              </a:spcBef>
              <a:buClr>
                <a:srgbClr val="000000"/>
              </a:buClr>
              <a:buFont typeface="Arial"/>
              <a:buChar char="•"/>
              <a:defRPr lang="en-US" sz="1500" b="0" u="none" strike="noStrike">
                <a:solidFill>
                  <a:schemeClr val="dk1"/>
                </a:solidFill>
                <a:effectLst/>
                <a:uFillTx/>
                <a:latin typeface="Calibri"/>
              </a:defRPr>
            </a:lvl3pPr>
            <a:lvl4pPr lvl="3" algn="l" defTabSz="685800">
              <a:lnSpc>
                <a:spcPct val="90000"/>
              </a:lnSpc>
              <a:spcBef>
                <a:spcPts val="374"/>
              </a:spcBef>
              <a:buClr>
                <a:srgbClr val="000000"/>
              </a:buClr>
              <a:buFont typeface="Arial"/>
              <a:buChar char="•"/>
              <a:defRPr lang="en-US" sz="1350" b="0" u="none" strike="noStrike">
                <a:solidFill>
                  <a:schemeClr val="dk1"/>
                </a:solidFill>
                <a:effectLst/>
                <a:uFillTx/>
                <a:latin typeface="Calibri"/>
              </a:defRPr>
            </a:lvl4pPr>
            <a:lvl5pPr lvl="4" algn="l" defTabSz="685800">
              <a:lnSpc>
                <a:spcPct val="90000"/>
              </a:lnSpc>
              <a:spcBef>
                <a:spcPts val="374"/>
              </a:spcBef>
              <a:buClr>
                <a:srgbClr val="000000"/>
              </a:buClr>
              <a:buFont typeface="Arial"/>
              <a:buChar char="•"/>
              <a:defRPr lang="en-US" sz="1350" b="0" u="none" strike="noStrike">
                <a:solidFill>
                  <a:schemeClr val="dk1"/>
                </a:solidFill>
                <a:effectLst/>
                <a:uFillTx/>
                <a:latin typeface="Calibri"/>
              </a:defRPr>
            </a:lvl5pPr>
          </a:lstStyle>
          <a:p>
            <a:pPr marL="171360" indent="-171360" algn="l" defTabSz="685800">
              <a:lnSpc>
                <a:spcPct val="90000"/>
              </a:lnSpc>
              <a:spcBef>
                <a:spcPts val="751"/>
              </a:spcBef>
              <a:buClr>
                <a:srgbClr val="000000"/>
              </a:buClr>
              <a:buFont typeface="Arial"/>
              <a:buChar char="•"/>
            </a:pPr>
            <a:r>
              <a:rPr lang="en-US" sz="2100" b="0" u="none" strike="noStrike">
                <a:solidFill>
                  <a:schemeClr val="dk1"/>
                </a:solidFill>
                <a:effectLst/>
                <a:uFillTx/>
                <a:latin typeface="Calibri"/>
              </a:rPr>
              <a:t>Edit Master text styles</a:t>
            </a:r>
            <a:endParaRPr lang="en-US" sz="2100" b="0" u="none" strike="noStrike">
              <a:solidFill>
                <a:schemeClr val="dk1"/>
              </a:solidFill>
              <a:effectLst/>
              <a:uFillTx/>
              <a:latin typeface="Calibri"/>
            </a:endParaRPr>
          </a:p>
          <a:p>
            <a:pPr marL="514440" lvl="1" indent="-171360" algn="l" defTabSz="685800">
              <a:lnSpc>
                <a:spcPct val="90000"/>
              </a:lnSpc>
              <a:spcBef>
                <a:spcPts val="374"/>
              </a:spcBef>
              <a:buClr>
                <a:srgbClr val="000000"/>
              </a:buClr>
              <a:buFont typeface="Arial"/>
              <a:buChar char="•"/>
            </a:pPr>
            <a:r>
              <a:rPr lang="en-US" sz="1800" b="0" u="none" strike="noStrike">
                <a:solidFill>
                  <a:schemeClr val="dk1"/>
                </a:solidFill>
                <a:effectLst/>
                <a:uFillTx/>
                <a:latin typeface="Calibri"/>
              </a:rPr>
              <a:t>Second level</a:t>
            </a:r>
            <a:endParaRPr lang="en-US" sz="1800" b="0" u="none" strike="noStrike">
              <a:solidFill>
                <a:schemeClr val="dk1"/>
              </a:solidFill>
              <a:effectLst/>
              <a:uFillTx/>
              <a:latin typeface="Calibri"/>
            </a:endParaRPr>
          </a:p>
          <a:p>
            <a:pPr marL="857160" lvl="2" indent="-171360" algn="l" defTabSz="685800">
              <a:lnSpc>
                <a:spcPct val="90000"/>
              </a:lnSpc>
              <a:spcBef>
                <a:spcPts val="374"/>
              </a:spcBef>
              <a:buClr>
                <a:srgbClr val="000000"/>
              </a:buClr>
              <a:buFont typeface="Arial"/>
              <a:buChar char="•"/>
            </a:pPr>
            <a:r>
              <a:rPr lang="en-US" sz="1500" b="0" u="none" strike="noStrike">
                <a:solidFill>
                  <a:schemeClr val="dk1"/>
                </a:solidFill>
                <a:effectLst/>
                <a:uFillTx/>
                <a:latin typeface="Calibri"/>
              </a:rPr>
              <a:t>Third level</a:t>
            </a:r>
            <a:endParaRPr lang="en-US" sz="1500" b="0" u="none" strike="noStrike">
              <a:solidFill>
                <a:schemeClr val="dk1"/>
              </a:solidFill>
              <a:effectLst/>
              <a:uFillTx/>
              <a:latin typeface="Calibri"/>
            </a:endParaRPr>
          </a:p>
          <a:p>
            <a:pPr marL="1200240" lvl="3" indent="-171360" algn="l" defTabSz="685800">
              <a:lnSpc>
                <a:spcPct val="90000"/>
              </a:lnSpc>
              <a:spcBef>
                <a:spcPts val="374"/>
              </a:spcBef>
              <a:buClr>
                <a:srgbClr val="000000"/>
              </a:buClr>
              <a:buFont typeface="Arial"/>
              <a:buChar char="•"/>
            </a:pPr>
            <a:r>
              <a:rPr lang="en-US" sz="1350" b="0" u="none" strike="noStrike">
                <a:solidFill>
                  <a:schemeClr val="dk1"/>
                </a:solidFill>
                <a:effectLst/>
                <a:uFillTx/>
                <a:latin typeface="Calibri"/>
              </a:rPr>
              <a:t>Fourth level</a:t>
            </a:r>
            <a:endParaRPr lang="en-US" sz="1350" b="0" u="none" strike="noStrike">
              <a:solidFill>
                <a:schemeClr val="dk1"/>
              </a:solidFill>
              <a:effectLst/>
              <a:uFillTx/>
              <a:latin typeface="Calibri"/>
            </a:endParaRPr>
          </a:p>
          <a:p>
            <a:pPr marL="1542960" lvl="4" indent="-171360" algn="l" defTabSz="685800">
              <a:lnSpc>
                <a:spcPct val="90000"/>
              </a:lnSpc>
              <a:spcBef>
                <a:spcPts val="374"/>
              </a:spcBef>
              <a:buClr>
                <a:srgbClr val="000000"/>
              </a:buClr>
              <a:buFont typeface="Arial"/>
              <a:buChar char="•"/>
            </a:pPr>
            <a:r>
              <a:rPr lang="en-US" sz="1350" b="0" u="none" strike="noStrike">
                <a:solidFill>
                  <a:schemeClr val="dk1"/>
                </a:solidFill>
                <a:effectLst/>
                <a:uFillTx/>
                <a:latin typeface="Calibri"/>
              </a:rPr>
              <a:t>Fifth level</a:t>
            </a:r>
            <a:endParaRPr lang="en-US" sz="1350" b="0" u="none" strike="noStrike">
              <a:solidFill>
                <a:schemeClr val="dk1"/>
              </a:solidFill>
              <a:effectLst/>
              <a:uFillTx/>
              <a:latin typeface="Calibri"/>
            </a:endParaRPr>
          </a:p>
        </p:txBody>
      </p:sp>
      <p:sp>
        <p:nvSpPr>
          <p:cNvPr id="9" name="PlaceHolder 3"/>
          <p:cNvSpPr>
            <a:spLocks noGrp="1"/>
          </p:cNvSpPr>
          <p:nvPr>
            <p:ph type="dt" idx="4"/>
          </p:nvPr>
        </p:nvSpPr>
        <p:spPr>
          <a:xfrm>
            <a:off x="628560" y="4767120"/>
            <a:ext cx="2057040" cy="273600"/>
          </a:xfrm>
          <a:prstGeom prst="rect">
            <a:avLst/>
          </a:prstGeom>
          <a:noFill/>
          <a:ln w="0">
            <a:noFill/>
          </a:ln>
        </p:spPr>
        <p:txBody>
          <a:bodyPr lIns="91440" tIns="45720" rIns="91440" bIns="45720" anchor="ctr">
            <a:noAutofit/>
          </a:bodyPr>
          <a:lstStyle>
            <a:lvl1pPr indent="0" algn="l" defTabSz="457200">
              <a:lnSpc>
                <a:spcPct val="100000"/>
              </a:lnSpc>
              <a:buNone/>
              <a:defRPr lang="en-IN" sz="900" b="0" u="none" strike="noStrike">
                <a:solidFill>
                  <a:schemeClr val="dk1">
                    <a:tint val="75000"/>
                  </a:schemeClr>
                </a:solidFill>
                <a:effectLst/>
                <a:uFillTx/>
                <a:latin typeface="Calibri"/>
              </a:defRPr>
            </a:lvl1pPr>
          </a:lstStyle>
          <a:p>
            <a:pPr indent="0" algn="l" defTabSz="457200">
              <a:lnSpc>
                <a:spcPct val="100000"/>
              </a:lnSpc>
              <a:buNone/>
            </a:pPr>
            <a:r>
              <a:rPr lang="en-IN" sz="900" b="0" u="none" strike="noStrike">
                <a:solidFill>
                  <a:schemeClr val="dk1">
                    <a:tint val="75000"/>
                  </a:schemeClr>
                </a:solidFill>
                <a:effectLst/>
                <a:uFillTx/>
                <a:latin typeface="Calibri"/>
              </a:rPr>
              <a:t>&lt;date/time&gt;</a:t>
            </a:r>
            <a:endParaRPr lang="en-IN" sz="900" b="0" u="none" strike="noStrike">
              <a:solidFill>
                <a:srgbClr val="000000"/>
              </a:solidFill>
              <a:effectLst/>
              <a:uFillTx/>
              <a:latin typeface="Times New Roman"/>
            </a:endParaRPr>
          </a:p>
        </p:txBody>
      </p:sp>
      <p:sp>
        <p:nvSpPr>
          <p:cNvPr id="10" name="PlaceHolder 4"/>
          <p:cNvSpPr>
            <a:spLocks noGrp="1"/>
          </p:cNvSpPr>
          <p:nvPr>
            <p:ph type="ftr" idx="5"/>
          </p:nvPr>
        </p:nvSpPr>
        <p:spPr>
          <a:xfrm>
            <a:off x="3029040" y="4767120"/>
            <a:ext cx="3085920" cy="273600"/>
          </a:xfrm>
          <a:prstGeom prst="rect">
            <a:avLst/>
          </a:prstGeom>
          <a:noFill/>
          <a:ln w="0">
            <a:noFill/>
          </a:ln>
        </p:spPr>
        <p:txBody>
          <a:bodyPr lIns="91440" tIns="45720" rIns="91440" bIns="45720" anchor="ctr">
            <a:noAutofit/>
          </a:bodyPr>
          <a:lstStyle>
            <a:lvl1pPr indent="0" algn="ctr">
              <a:buNone/>
              <a:defRPr lang="en-IN" sz="1400" b="0" u="none" strike="noStrike">
                <a:solidFill>
                  <a:srgbClr val="000000"/>
                </a:solidFill>
                <a:effectLst/>
                <a:uFillTx/>
                <a:latin typeface="Times New Roman"/>
              </a:defRPr>
            </a:lvl1pPr>
          </a:lstStyle>
          <a:p>
            <a:pPr indent="0" algn="ctr">
              <a:buNone/>
            </a:pPr>
            <a:r>
              <a:rPr lang="en-IN" sz="1400" b="0" u="none" strike="noStrike">
                <a:solidFill>
                  <a:srgbClr val="000000"/>
                </a:solidFill>
                <a:effectLst/>
                <a:uFillTx/>
                <a:latin typeface="Times New Roman"/>
              </a:rPr>
              <a:t>&lt;footer&gt;</a:t>
            </a:r>
            <a:endParaRPr lang="en-IN" sz="1400" b="0" u="none" strike="noStrike">
              <a:solidFill>
                <a:srgbClr val="000000"/>
              </a:solidFill>
              <a:effectLst/>
              <a:uFillTx/>
              <a:latin typeface="Times New Roman"/>
            </a:endParaRPr>
          </a:p>
        </p:txBody>
      </p:sp>
      <p:sp>
        <p:nvSpPr>
          <p:cNvPr id="11" name="PlaceHolder 5"/>
          <p:cNvSpPr>
            <a:spLocks noGrp="1"/>
          </p:cNvSpPr>
          <p:nvPr>
            <p:ph type="sldNum" idx="6"/>
          </p:nvPr>
        </p:nvSpPr>
        <p:spPr>
          <a:xfrm>
            <a:off x="6458040" y="4767120"/>
            <a:ext cx="2057040" cy="273600"/>
          </a:xfrm>
          <a:prstGeom prst="rect">
            <a:avLst/>
          </a:prstGeom>
          <a:noFill/>
          <a:ln w="0">
            <a:noFill/>
          </a:ln>
        </p:spPr>
        <p:txBody>
          <a:bodyPr lIns="91440" tIns="45720" rIns="91440" bIns="45720" anchor="ctr">
            <a:noAutofit/>
          </a:bodyPr>
          <a:lstStyle>
            <a:lvl1pPr indent="0" algn="r" defTabSz="457200">
              <a:lnSpc>
                <a:spcPct val="100000"/>
              </a:lnSpc>
              <a:buNone/>
              <a:defRPr lang="en-IN" sz="900" b="0" u="none" strike="noStrike">
                <a:solidFill>
                  <a:schemeClr val="dk1">
                    <a:tint val="75000"/>
                  </a:schemeClr>
                </a:solidFill>
                <a:effectLst/>
                <a:uFillTx/>
                <a:latin typeface="Calibri"/>
              </a:defRPr>
            </a:lvl1pPr>
          </a:lstStyle>
          <a:p>
            <a:pPr indent="0" algn="r" defTabSz="457200">
              <a:lnSpc>
                <a:spcPct val="100000"/>
              </a:lnSpc>
              <a:buNone/>
            </a:pPr>
            <a:fld id="{7BC84090-B477-4784-8908-0EC37D8446D4}" type="slidenum">
              <a:rPr lang="en-IN" sz="900" b="0" u="none" strike="noStrike">
                <a:solidFill>
                  <a:schemeClr val="dk1">
                    <a:tint val="75000"/>
                  </a:schemeClr>
                </a:solidFill>
                <a:effectLst/>
                <a:uFillTx/>
                <a:latin typeface="Calibri"/>
              </a:rPr>
              <a:t>&lt;number&gt;</a:t>
            </a:fld>
            <a:endParaRPr lang="en-IN" sz="900" b="0" u="none" strike="noStrike">
              <a:solidFill>
                <a:srgbClr val="000000"/>
              </a:solidFill>
              <a:effectLst/>
              <a:uFillTx/>
              <a:latin typeface="Times New Roman"/>
            </a:endParaRP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itleAndTx" preserve="1">
  <p:cSld name="Vertical Title and Text">
    <p:bg>
      <p:bgPr>
        <a:solidFill>
          <a:srgbClr val="FFFFFF"/>
        </a:solidFill>
      </p:bgPr>
    </p:bg>
    <p:spTree>
      <p:nvGrpSpPr>
        <p:cNvPr id="1" name=""/>
        <p:cNvGrpSpPr/>
        <p:nvPr/>
      </p:nvGrpSpPr>
      <p:grpSpPr>
        <a:xfrm>
          <a:off x="0" y="0"/>
          <a:ext cx="0" cy="0"/>
          <a:chOff x="0" y="0"/>
          <a:chExt cx="0" cy="0"/>
        </a:xfrm>
      </p:grpSpPr>
      <p:sp>
        <p:nvSpPr>
          <p:cNvPr id="12" name="PlaceHolder 1"/>
          <p:cNvSpPr>
            <a:spLocks noGrp="1"/>
          </p:cNvSpPr>
          <p:nvPr>
            <p:ph type="title"/>
          </p:nvPr>
        </p:nvSpPr>
        <p:spPr>
          <a:xfrm>
            <a:off x="6543720" y="273960"/>
            <a:ext cx="1971360" cy="4358520"/>
          </a:xfrm>
          <a:prstGeom prst="rect">
            <a:avLst/>
          </a:prstGeom>
          <a:noFill/>
          <a:ln w="0">
            <a:noFill/>
          </a:ln>
        </p:spPr>
        <p:txBody>
          <a:bodyPr lIns="91440" tIns="45720" rIns="91440" bIns="45720" anchor="ctr" vert="eaVert">
            <a:noAutofit/>
          </a:bodyPr>
          <a:lstStyle>
            <a:lvl1pPr indent="0" algn="l" defTabSz="685800">
              <a:lnSpc>
                <a:spcPct val="90000"/>
              </a:lnSpc>
              <a:buNone/>
              <a:defRPr lang="en-US" sz="3300" b="0" u="none" strike="noStrike">
                <a:solidFill>
                  <a:schemeClr val="dk1"/>
                </a:solidFill>
                <a:effectLst/>
                <a:uFillTx/>
                <a:latin typeface="Calibri Light"/>
              </a:defRPr>
            </a:lvl1pPr>
          </a:lstStyle>
          <a:p>
            <a:pPr indent="0" algn="l" defTabSz="685800">
              <a:lnSpc>
                <a:spcPct val="90000"/>
              </a:lnSpc>
              <a:buNone/>
            </a:pPr>
            <a:r>
              <a:rPr lang="en-US" sz="3300" b="0" u="none" strike="noStrike">
                <a:solidFill>
                  <a:schemeClr val="dk1"/>
                </a:solidFill>
                <a:effectLst/>
                <a:uFillTx/>
                <a:latin typeface="Calibri Light"/>
              </a:rPr>
              <a:t>Click to edit Master title style</a:t>
            </a:r>
            <a:endParaRPr lang="en-US" sz="3300" b="0" u="none" strike="noStrike">
              <a:solidFill>
                <a:schemeClr val="dk1"/>
              </a:solidFill>
              <a:effectLst/>
              <a:uFillTx/>
              <a:latin typeface="Calibri Light"/>
            </a:endParaRPr>
          </a:p>
        </p:txBody>
      </p:sp>
      <p:sp>
        <p:nvSpPr>
          <p:cNvPr id="13" name="PlaceHolder 2"/>
          <p:cNvSpPr>
            <a:spLocks noGrp="1"/>
          </p:cNvSpPr>
          <p:nvPr>
            <p:ph type="body"/>
          </p:nvPr>
        </p:nvSpPr>
        <p:spPr>
          <a:xfrm>
            <a:off x="628560" y="273960"/>
            <a:ext cx="5800320" cy="4358520"/>
          </a:xfrm>
          <a:prstGeom prst="rect">
            <a:avLst/>
          </a:prstGeom>
          <a:noFill/>
          <a:ln w="0">
            <a:noFill/>
          </a:ln>
        </p:spPr>
        <p:txBody>
          <a:bodyPr lIns="91440" tIns="45720" rIns="91440" bIns="45720" anchor="t" vert="eaVert">
            <a:noAutofit/>
          </a:bodyPr>
          <a:lstStyle>
            <a:lvl1pPr algn="l" defTabSz="685800">
              <a:lnSpc>
                <a:spcPct val="90000"/>
              </a:lnSpc>
              <a:spcBef>
                <a:spcPts val="751"/>
              </a:spcBef>
              <a:buClr>
                <a:srgbClr val="000000"/>
              </a:buClr>
              <a:buFont typeface="Arial"/>
              <a:buChar char="•"/>
              <a:defRPr lang="en-US" sz="2100" b="0" u="none" strike="noStrike">
                <a:solidFill>
                  <a:schemeClr val="dk1"/>
                </a:solidFill>
                <a:effectLst/>
                <a:uFillTx/>
                <a:latin typeface="Calibri"/>
              </a:defRPr>
            </a:lvl1pPr>
            <a:lvl2pPr lvl="1" algn="l" defTabSz="685800">
              <a:lnSpc>
                <a:spcPct val="90000"/>
              </a:lnSpc>
              <a:spcBef>
                <a:spcPts val="374"/>
              </a:spcBef>
              <a:buClr>
                <a:srgbClr val="000000"/>
              </a:buClr>
              <a:buFont typeface="Arial"/>
              <a:buChar char="•"/>
              <a:defRPr lang="en-US" sz="1800" b="0" u="none" strike="noStrike">
                <a:solidFill>
                  <a:schemeClr val="dk1"/>
                </a:solidFill>
                <a:effectLst/>
                <a:uFillTx/>
                <a:latin typeface="Calibri"/>
              </a:defRPr>
            </a:lvl2pPr>
            <a:lvl3pPr lvl="2" algn="l" defTabSz="685800">
              <a:lnSpc>
                <a:spcPct val="90000"/>
              </a:lnSpc>
              <a:spcBef>
                <a:spcPts val="374"/>
              </a:spcBef>
              <a:buClr>
                <a:srgbClr val="000000"/>
              </a:buClr>
              <a:buFont typeface="Arial"/>
              <a:buChar char="•"/>
              <a:defRPr lang="en-US" sz="1500" b="0" u="none" strike="noStrike">
                <a:solidFill>
                  <a:schemeClr val="dk1"/>
                </a:solidFill>
                <a:effectLst/>
                <a:uFillTx/>
                <a:latin typeface="Calibri"/>
              </a:defRPr>
            </a:lvl3pPr>
            <a:lvl4pPr lvl="3" algn="l" defTabSz="685800">
              <a:lnSpc>
                <a:spcPct val="90000"/>
              </a:lnSpc>
              <a:spcBef>
                <a:spcPts val="374"/>
              </a:spcBef>
              <a:buClr>
                <a:srgbClr val="000000"/>
              </a:buClr>
              <a:buFont typeface="Arial"/>
              <a:buChar char="•"/>
              <a:defRPr lang="en-US" sz="1350" b="0" u="none" strike="noStrike">
                <a:solidFill>
                  <a:schemeClr val="dk1"/>
                </a:solidFill>
                <a:effectLst/>
                <a:uFillTx/>
                <a:latin typeface="Calibri"/>
              </a:defRPr>
            </a:lvl4pPr>
            <a:lvl5pPr lvl="4" algn="l" defTabSz="685800">
              <a:lnSpc>
                <a:spcPct val="90000"/>
              </a:lnSpc>
              <a:spcBef>
                <a:spcPts val="374"/>
              </a:spcBef>
              <a:buClr>
                <a:srgbClr val="000000"/>
              </a:buClr>
              <a:buFont typeface="Arial"/>
              <a:buChar char="•"/>
              <a:defRPr lang="en-US" sz="1350" b="0" u="none" strike="noStrike">
                <a:solidFill>
                  <a:schemeClr val="dk1"/>
                </a:solidFill>
                <a:effectLst/>
                <a:uFillTx/>
                <a:latin typeface="Calibri"/>
              </a:defRPr>
            </a:lvl5pPr>
          </a:lstStyle>
          <a:p>
            <a:pPr marL="171360" indent="-171360" algn="l" defTabSz="685800">
              <a:lnSpc>
                <a:spcPct val="90000"/>
              </a:lnSpc>
              <a:spcBef>
                <a:spcPts val="751"/>
              </a:spcBef>
              <a:buClr>
                <a:srgbClr val="000000"/>
              </a:buClr>
              <a:buFont typeface="Arial"/>
              <a:buChar char="•"/>
            </a:pPr>
            <a:r>
              <a:rPr lang="en-US" sz="2100" b="0" u="none" strike="noStrike">
                <a:solidFill>
                  <a:schemeClr val="dk1"/>
                </a:solidFill>
                <a:effectLst/>
                <a:uFillTx/>
                <a:latin typeface="Calibri"/>
              </a:rPr>
              <a:t>Edit Master text styles</a:t>
            </a:r>
            <a:endParaRPr lang="en-US" sz="2100" b="0" u="none" strike="noStrike">
              <a:solidFill>
                <a:schemeClr val="dk1"/>
              </a:solidFill>
              <a:effectLst/>
              <a:uFillTx/>
              <a:latin typeface="Calibri"/>
            </a:endParaRPr>
          </a:p>
          <a:p>
            <a:pPr marL="514440" lvl="1" indent="-171360" algn="l" defTabSz="685800">
              <a:lnSpc>
                <a:spcPct val="90000"/>
              </a:lnSpc>
              <a:spcBef>
                <a:spcPts val="374"/>
              </a:spcBef>
              <a:buClr>
                <a:srgbClr val="000000"/>
              </a:buClr>
              <a:buFont typeface="Arial"/>
              <a:buChar char="•"/>
            </a:pPr>
            <a:r>
              <a:rPr lang="en-US" sz="1800" b="0" u="none" strike="noStrike">
                <a:solidFill>
                  <a:schemeClr val="dk1"/>
                </a:solidFill>
                <a:effectLst/>
                <a:uFillTx/>
                <a:latin typeface="Calibri"/>
              </a:rPr>
              <a:t>Second level</a:t>
            </a:r>
            <a:endParaRPr lang="en-US" sz="1800" b="0" u="none" strike="noStrike">
              <a:solidFill>
                <a:schemeClr val="dk1"/>
              </a:solidFill>
              <a:effectLst/>
              <a:uFillTx/>
              <a:latin typeface="Calibri"/>
            </a:endParaRPr>
          </a:p>
          <a:p>
            <a:pPr marL="857160" lvl="2" indent="-171360" algn="l" defTabSz="685800">
              <a:lnSpc>
                <a:spcPct val="90000"/>
              </a:lnSpc>
              <a:spcBef>
                <a:spcPts val="374"/>
              </a:spcBef>
              <a:buClr>
                <a:srgbClr val="000000"/>
              </a:buClr>
              <a:buFont typeface="Arial"/>
              <a:buChar char="•"/>
            </a:pPr>
            <a:r>
              <a:rPr lang="en-US" sz="1500" b="0" u="none" strike="noStrike">
                <a:solidFill>
                  <a:schemeClr val="dk1"/>
                </a:solidFill>
                <a:effectLst/>
                <a:uFillTx/>
                <a:latin typeface="Calibri"/>
              </a:rPr>
              <a:t>Third level</a:t>
            </a:r>
            <a:endParaRPr lang="en-US" sz="1500" b="0" u="none" strike="noStrike">
              <a:solidFill>
                <a:schemeClr val="dk1"/>
              </a:solidFill>
              <a:effectLst/>
              <a:uFillTx/>
              <a:latin typeface="Calibri"/>
            </a:endParaRPr>
          </a:p>
          <a:p>
            <a:pPr marL="1200240" lvl="3" indent="-171360" algn="l" defTabSz="685800">
              <a:lnSpc>
                <a:spcPct val="90000"/>
              </a:lnSpc>
              <a:spcBef>
                <a:spcPts val="374"/>
              </a:spcBef>
              <a:buClr>
                <a:srgbClr val="000000"/>
              </a:buClr>
              <a:buFont typeface="Arial"/>
              <a:buChar char="•"/>
            </a:pPr>
            <a:r>
              <a:rPr lang="en-US" sz="1350" b="0" u="none" strike="noStrike">
                <a:solidFill>
                  <a:schemeClr val="dk1"/>
                </a:solidFill>
                <a:effectLst/>
                <a:uFillTx/>
                <a:latin typeface="Calibri"/>
              </a:rPr>
              <a:t>Fourth level</a:t>
            </a:r>
            <a:endParaRPr lang="en-US" sz="1350" b="0" u="none" strike="noStrike">
              <a:solidFill>
                <a:schemeClr val="dk1"/>
              </a:solidFill>
              <a:effectLst/>
              <a:uFillTx/>
              <a:latin typeface="Calibri"/>
            </a:endParaRPr>
          </a:p>
          <a:p>
            <a:pPr marL="1542960" lvl="4" indent="-171360" algn="l" defTabSz="685800">
              <a:lnSpc>
                <a:spcPct val="90000"/>
              </a:lnSpc>
              <a:spcBef>
                <a:spcPts val="374"/>
              </a:spcBef>
              <a:buClr>
                <a:srgbClr val="000000"/>
              </a:buClr>
              <a:buFont typeface="Arial"/>
              <a:buChar char="•"/>
            </a:pPr>
            <a:r>
              <a:rPr lang="en-US" sz="1350" b="0" u="none" strike="noStrike">
                <a:solidFill>
                  <a:schemeClr val="dk1"/>
                </a:solidFill>
                <a:effectLst/>
                <a:uFillTx/>
                <a:latin typeface="Calibri"/>
              </a:rPr>
              <a:t>Fifth level</a:t>
            </a:r>
            <a:endParaRPr lang="en-US" sz="1350" b="0" u="none" strike="noStrike">
              <a:solidFill>
                <a:schemeClr val="dk1"/>
              </a:solidFill>
              <a:effectLst/>
              <a:uFillTx/>
              <a:latin typeface="Calibri"/>
            </a:endParaRPr>
          </a:p>
        </p:txBody>
      </p:sp>
      <p:sp>
        <p:nvSpPr>
          <p:cNvPr id="14" name="PlaceHolder 3"/>
          <p:cNvSpPr>
            <a:spLocks noGrp="1"/>
          </p:cNvSpPr>
          <p:nvPr>
            <p:ph type="dt" idx="7"/>
          </p:nvPr>
        </p:nvSpPr>
        <p:spPr>
          <a:xfrm>
            <a:off x="628560" y="4767120"/>
            <a:ext cx="2057040" cy="273600"/>
          </a:xfrm>
          <a:prstGeom prst="rect">
            <a:avLst/>
          </a:prstGeom>
          <a:noFill/>
          <a:ln w="0">
            <a:noFill/>
          </a:ln>
        </p:spPr>
        <p:txBody>
          <a:bodyPr lIns="91440" tIns="45720" rIns="91440" bIns="45720" anchor="ctr">
            <a:noAutofit/>
          </a:bodyPr>
          <a:lstStyle>
            <a:lvl1pPr indent="0" algn="l" defTabSz="457200">
              <a:lnSpc>
                <a:spcPct val="100000"/>
              </a:lnSpc>
              <a:buNone/>
              <a:defRPr lang="en-IN" sz="900" b="0" u="none" strike="noStrike">
                <a:solidFill>
                  <a:schemeClr val="dk1">
                    <a:tint val="75000"/>
                  </a:schemeClr>
                </a:solidFill>
                <a:effectLst/>
                <a:uFillTx/>
                <a:latin typeface="Calibri"/>
              </a:defRPr>
            </a:lvl1pPr>
          </a:lstStyle>
          <a:p>
            <a:pPr indent="0" algn="l" defTabSz="457200">
              <a:lnSpc>
                <a:spcPct val="100000"/>
              </a:lnSpc>
              <a:buNone/>
            </a:pPr>
            <a:r>
              <a:rPr lang="en-IN" sz="900" b="0" u="none" strike="noStrike">
                <a:solidFill>
                  <a:schemeClr val="dk1">
                    <a:tint val="75000"/>
                  </a:schemeClr>
                </a:solidFill>
                <a:effectLst/>
                <a:uFillTx/>
                <a:latin typeface="Calibri"/>
              </a:rPr>
              <a:t>&lt;date/time&gt;</a:t>
            </a:r>
            <a:endParaRPr lang="en-IN" sz="900" b="0" u="none" strike="noStrike">
              <a:solidFill>
                <a:srgbClr val="000000"/>
              </a:solidFill>
              <a:effectLst/>
              <a:uFillTx/>
              <a:latin typeface="Times New Roman"/>
            </a:endParaRPr>
          </a:p>
        </p:txBody>
      </p:sp>
      <p:sp>
        <p:nvSpPr>
          <p:cNvPr id="15" name="PlaceHolder 4"/>
          <p:cNvSpPr>
            <a:spLocks noGrp="1"/>
          </p:cNvSpPr>
          <p:nvPr>
            <p:ph type="ftr" idx="8"/>
          </p:nvPr>
        </p:nvSpPr>
        <p:spPr>
          <a:xfrm>
            <a:off x="3029040" y="4767120"/>
            <a:ext cx="3085920" cy="273600"/>
          </a:xfrm>
          <a:prstGeom prst="rect">
            <a:avLst/>
          </a:prstGeom>
          <a:noFill/>
          <a:ln w="0">
            <a:noFill/>
          </a:ln>
        </p:spPr>
        <p:txBody>
          <a:bodyPr lIns="91440" tIns="45720" rIns="91440" bIns="45720" anchor="ctr">
            <a:noAutofit/>
          </a:bodyPr>
          <a:lstStyle>
            <a:lvl1pPr indent="0" algn="ctr">
              <a:buNone/>
              <a:defRPr lang="en-IN" sz="1400" b="0" u="none" strike="noStrike">
                <a:solidFill>
                  <a:srgbClr val="000000"/>
                </a:solidFill>
                <a:effectLst/>
                <a:uFillTx/>
                <a:latin typeface="Times New Roman"/>
              </a:defRPr>
            </a:lvl1pPr>
          </a:lstStyle>
          <a:p>
            <a:pPr indent="0" algn="ctr">
              <a:buNone/>
            </a:pPr>
            <a:r>
              <a:rPr lang="en-IN" sz="1400" b="0" u="none" strike="noStrike">
                <a:solidFill>
                  <a:srgbClr val="000000"/>
                </a:solidFill>
                <a:effectLst/>
                <a:uFillTx/>
                <a:latin typeface="Times New Roman"/>
              </a:rPr>
              <a:t>&lt;footer&gt;</a:t>
            </a:r>
            <a:endParaRPr lang="en-IN" sz="1400" b="0" u="none" strike="noStrike">
              <a:solidFill>
                <a:srgbClr val="000000"/>
              </a:solidFill>
              <a:effectLst/>
              <a:uFillTx/>
              <a:latin typeface="Times New Roman"/>
            </a:endParaRPr>
          </a:p>
        </p:txBody>
      </p:sp>
      <p:sp>
        <p:nvSpPr>
          <p:cNvPr id="16" name="PlaceHolder 5"/>
          <p:cNvSpPr>
            <a:spLocks noGrp="1"/>
          </p:cNvSpPr>
          <p:nvPr>
            <p:ph type="sldNum" idx="9"/>
          </p:nvPr>
        </p:nvSpPr>
        <p:spPr>
          <a:xfrm>
            <a:off x="6458040" y="4767120"/>
            <a:ext cx="2057040" cy="273600"/>
          </a:xfrm>
          <a:prstGeom prst="rect">
            <a:avLst/>
          </a:prstGeom>
          <a:noFill/>
          <a:ln w="0">
            <a:noFill/>
          </a:ln>
        </p:spPr>
        <p:txBody>
          <a:bodyPr lIns="91440" tIns="45720" rIns="91440" bIns="45720" anchor="ctr">
            <a:noAutofit/>
          </a:bodyPr>
          <a:lstStyle>
            <a:lvl1pPr indent="0" algn="r" defTabSz="457200">
              <a:lnSpc>
                <a:spcPct val="100000"/>
              </a:lnSpc>
              <a:buNone/>
              <a:defRPr lang="en-IN" sz="900" b="0" u="none" strike="noStrike">
                <a:solidFill>
                  <a:schemeClr val="dk1">
                    <a:tint val="75000"/>
                  </a:schemeClr>
                </a:solidFill>
                <a:effectLst/>
                <a:uFillTx/>
                <a:latin typeface="Calibri"/>
              </a:defRPr>
            </a:lvl1pPr>
          </a:lstStyle>
          <a:p>
            <a:pPr indent="0" algn="r" defTabSz="457200">
              <a:lnSpc>
                <a:spcPct val="100000"/>
              </a:lnSpc>
              <a:buNone/>
            </a:pPr>
            <a:fld id="{3978C24D-9E68-44C7-8A6F-308813DC8AA5}" type="slidenum">
              <a:rPr lang="en-IN" sz="900" b="0" u="none" strike="noStrike">
                <a:solidFill>
                  <a:schemeClr val="dk1">
                    <a:tint val="75000"/>
                  </a:schemeClr>
                </a:solidFill>
                <a:effectLst/>
                <a:uFillTx/>
                <a:latin typeface="Calibri"/>
              </a:rPr>
              <a:t>&lt;number&gt;</a:t>
            </a:fld>
            <a:endParaRPr lang="en-IN" sz="900" b="0" u="none" strike="noStrike">
              <a:solidFill>
                <a:srgbClr val="000000"/>
              </a:solidFill>
              <a:effectLst/>
              <a:uFillTx/>
              <a:latin typeface="Times New Roman"/>
            </a:endParaRP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and Content">
    <p:bg>
      <p:bgPr>
        <a:solidFill>
          <a:srgbClr val="FFFFFF"/>
        </a:solidFill>
      </p:bgPr>
    </p:bg>
    <p:spTree>
      <p:nvGrpSpPr>
        <p:cNvPr id="1" name=""/>
        <p:cNvGrpSpPr/>
        <p:nvPr/>
      </p:nvGrpSpPr>
      <p:grpSpPr>
        <a:xfrm>
          <a:off x="0" y="0"/>
          <a:ext cx="0" cy="0"/>
          <a:chOff x="0" y="0"/>
          <a:chExt cx="0" cy="0"/>
        </a:xfrm>
      </p:grpSpPr>
      <p:sp>
        <p:nvSpPr>
          <p:cNvPr id="17" name="PlaceHolder 1"/>
          <p:cNvSpPr>
            <a:spLocks noGrp="1"/>
          </p:cNvSpPr>
          <p:nvPr>
            <p:ph type="title"/>
          </p:nvPr>
        </p:nvSpPr>
        <p:spPr>
          <a:xfrm>
            <a:off x="628560" y="273960"/>
            <a:ext cx="7886520" cy="993960"/>
          </a:xfrm>
          <a:prstGeom prst="rect">
            <a:avLst/>
          </a:prstGeom>
          <a:noFill/>
          <a:ln w="0">
            <a:noFill/>
          </a:ln>
        </p:spPr>
        <p:txBody>
          <a:bodyPr lIns="91440" tIns="45720" rIns="91440" bIns="45720" anchor="ctr">
            <a:noAutofit/>
          </a:bodyPr>
          <a:lstStyle>
            <a:lvl1pPr indent="0" algn="l" defTabSz="685800">
              <a:lnSpc>
                <a:spcPct val="90000"/>
              </a:lnSpc>
              <a:buNone/>
              <a:defRPr lang="en-US" sz="3300" b="0" u="none" strike="noStrike">
                <a:solidFill>
                  <a:schemeClr val="dk1"/>
                </a:solidFill>
                <a:effectLst/>
                <a:uFillTx/>
                <a:latin typeface="Calibri Light"/>
              </a:defRPr>
            </a:lvl1pPr>
          </a:lstStyle>
          <a:p>
            <a:pPr indent="0" algn="l" defTabSz="685800">
              <a:lnSpc>
                <a:spcPct val="90000"/>
              </a:lnSpc>
              <a:buNone/>
            </a:pPr>
            <a:r>
              <a:rPr lang="en-US" sz="3300" b="0" u="none" strike="noStrike">
                <a:solidFill>
                  <a:schemeClr val="dk1"/>
                </a:solidFill>
                <a:effectLst/>
                <a:uFillTx/>
                <a:latin typeface="Calibri Light"/>
              </a:rPr>
              <a:t>Click to edit Master title style</a:t>
            </a:r>
            <a:endParaRPr lang="en-US" sz="3300" b="0" u="none" strike="noStrike">
              <a:solidFill>
                <a:schemeClr val="dk1"/>
              </a:solidFill>
              <a:effectLst/>
              <a:uFillTx/>
              <a:latin typeface="Calibri Light"/>
            </a:endParaRPr>
          </a:p>
        </p:txBody>
      </p:sp>
      <p:sp>
        <p:nvSpPr>
          <p:cNvPr id="18" name="PlaceHolder 2"/>
          <p:cNvSpPr>
            <a:spLocks noGrp="1"/>
          </p:cNvSpPr>
          <p:nvPr>
            <p:ph type="body"/>
          </p:nvPr>
        </p:nvSpPr>
        <p:spPr>
          <a:xfrm>
            <a:off x="628560" y="1369080"/>
            <a:ext cx="7886520" cy="3263040"/>
          </a:xfrm>
          <a:prstGeom prst="rect">
            <a:avLst/>
          </a:prstGeom>
          <a:noFill/>
          <a:ln w="0">
            <a:noFill/>
          </a:ln>
        </p:spPr>
        <p:txBody>
          <a:bodyPr lIns="91440" tIns="45720" rIns="91440" bIns="45720" anchor="t">
            <a:noAutofit/>
          </a:bodyPr>
          <a:lstStyle>
            <a:lvl1pPr algn="l" defTabSz="685800">
              <a:lnSpc>
                <a:spcPct val="90000"/>
              </a:lnSpc>
              <a:spcBef>
                <a:spcPts val="751"/>
              </a:spcBef>
              <a:buClr>
                <a:srgbClr val="000000"/>
              </a:buClr>
              <a:buFont typeface="Arial"/>
              <a:buChar char="•"/>
              <a:defRPr lang="en-US" sz="2100" b="0" u="none" strike="noStrike">
                <a:solidFill>
                  <a:schemeClr val="dk1"/>
                </a:solidFill>
                <a:effectLst/>
                <a:uFillTx/>
                <a:latin typeface="Calibri"/>
              </a:defRPr>
            </a:lvl1pPr>
            <a:lvl2pPr lvl="1" algn="l" defTabSz="685800">
              <a:lnSpc>
                <a:spcPct val="90000"/>
              </a:lnSpc>
              <a:spcBef>
                <a:spcPts val="374"/>
              </a:spcBef>
              <a:buClr>
                <a:srgbClr val="000000"/>
              </a:buClr>
              <a:buFont typeface="Arial"/>
              <a:buChar char="•"/>
              <a:defRPr lang="en-US" sz="1800" b="0" u="none" strike="noStrike">
                <a:solidFill>
                  <a:schemeClr val="dk1"/>
                </a:solidFill>
                <a:effectLst/>
                <a:uFillTx/>
                <a:latin typeface="Calibri"/>
              </a:defRPr>
            </a:lvl2pPr>
            <a:lvl3pPr lvl="2" algn="l" defTabSz="685800">
              <a:lnSpc>
                <a:spcPct val="90000"/>
              </a:lnSpc>
              <a:spcBef>
                <a:spcPts val="374"/>
              </a:spcBef>
              <a:buClr>
                <a:srgbClr val="000000"/>
              </a:buClr>
              <a:buFont typeface="Arial"/>
              <a:buChar char="•"/>
              <a:defRPr lang="en-US" sz="1500" b="0" u="none" strike="noStrike">
                <a:solidFill>
                  <a:schemeClr val="dk1"/>
                </a:solidFill>
                <a:effectLst/>
                <a:uFillTx/>
                <a:latin typeface="Calibri"/>
              </a:defRPr>
            </a:lvl3pPr>
            <a:lvl4pPr lvl="3" algn="l" defTabSz="685800">
              <a:lnSpc>
                <a:spcPct val="90000"/>
              </a:lnSpc>
              <a:spcBef>
                <a:spcPts val="374"/>
              </a:spcBef>
              <a:buClr>
                <a:srgbClr val="000000"/>
              </a:buClr>
              <a:buFont typeface="Arial"/>
              <a:buChar char="•"/>
              <a:defRPr lang="en-US" sz="1350" b="0" u="none" strike="noStrike">
                <a:solidFill>
                  <a:schemeClr val="dk1"/>
                </a:solidFill>
                <a:effectLst/>
                <a:uFillTx/>
                <a:latin typeface="Calibri"/>
              </a:defRPr>
            </a:lvl4pPr>
            <a:lvl5pPr lvl="4" algn="l" defTabSz="685800">
              <a:lnSpc>
                <a:spcPct val="90000"/>
              </a:lnSpc>
              <a:spcBef>
                <a:spcPts val="374"/>
              </a:spcBef>
              <a:buClr>
                <a:srgbClr val="000000"/>
              </a:buClr>
              <a:buFont typeface="Arial"/>
              <a:buChar char="•"/>
              <a:defRPr lang="en-US" sz="1350" b="0" u="none" strike="noStrike">
                <a:solidFill>
                  <a:schemeClr val="dk1"/>
                </a:solidFill>
                <a:effectLst/>
                <a:uFillTx/>
                <a:latin typeface="Calibri"/>
              </a:defRPr>
            </a:lvl5pPr>
          </a:lstStyle>
          <a:p>
            <a:pPr marL="171360" indent="-171360" algn="l" defTabSz="685800">
              <a:lnSpc>
                <a:spcPct val="90000"/>
              </a:lnSpc>
              <a:spcBef>
                <a:spcPts val="751"/>
              </a:spcBef>
              <a:buClr>
                <a:srgbClr val="000000"/>
              </a:buClr>
              <a:buFont typeface="Arial"/>
              <a:buChar char="•"/>
            </a:pPr>
            <a:r>
              <a:rPr lang="en-US" sz="2100" b="0" u="none" strike="noStrike">
                <a:solidFill>
                  <a:schemeClr val="dk1"/>
                </a:solidFill>
                <a:effectLst/>
                <a:uFillTx/>
                <a:latin typeface="Calibri"/>
              </a:rPr>
              <a:t>Edit Master text styles</a:t>
            </a:r>
            <a:endParaRPr lang="en-US" sz="2100" b="0" u="none" strike="noStrike">
              <a:solidFill>
                <a:schemeClr val="dk1"/>
              </a:solidFill>
              <a:effectLst/>
              <a:uFillTx/>
              <a:latin typeface="Calibri"/>
            </a:endParaRPr>
          </a:p>
          <a:p>
            <a:pPr marL="514440" lvl="1" indent="-171360" algn="l" defTabSz="685800">
              <a:lnSpc>
                <a:spcPct val="90000"/>
              </a:lnSpc>
              <a:spcBef>
                <a:spcPts val="374"/>
              </a:spcBef>
              <a:buClr>
                <a:srgbClr val="000000"/>
              </a:buClr>
              <a:buFont typeface="Arial"/>
              <a:buChar char="•"/>
            </a:pPr>
            <a:r>
              <a:rPr lang="en-US" sz="1800" b="0" u="none" strike="noStrike">
                <a:solidFill>
                  <a:schemeClr val="dk1"/>
                </a:solidFill>
                <a:effectLst/>
                <a:uFillTx/>
                <a:latin typeface="Calibri"/>
              </a:rPr>
              <a:t>Second level</a:t>
            </a:r>
            <a:endParaRPr lang="en-US" sz="1800" b="0" u="none" strike="noStrike">
              <a:solidFill>
                <a:schemeClr val="dk1"/>
              </a:solidFill>
              <a:effectLst/>
              <a:uFillTx/>
              <a:latin typeface="Calibri"/>
            </a:endParaRPr>
          </a:p>
          <a:p>
            <a:pPr marL="857160" lvl="2" indent="-171360" algn="l" defTabSz="685800">
              <a:lnSpc>
                <a:spcPct val="90000"/>
              </a:lnSpc>
              <a:spcBef>
                <a:spcPts val="374"/>
              </a:spcBef>
              <a:buClr>
                <a:srgbClr val="000000"/>
              </a:buClr>
              <a:buFont typeface="Arial"/>
              <a:buChar char="•"/>
            </a:pPr>
            <a:r>
              <a:rPr lang="en-US" sz="1500" b="0" u="none" strike="noStrike">
                <a:solidFill>
                  <a:schemeClr val="dk1"/>
                </a:solidFill>
                <a:effectLst/>
                <a:uFillTx/>
                <a:latin typeface="Calibri"/>
              </a:rPr>
              <a:t>Third level</a:t>
            </a:r>
            <a:endParaRPr lang="en-US" sz="1500" b="0" u="none" strike="noStrike">
              <a:solidFill>
                <a:schemeClr val="dk1"/>
              </a:solidFill>
              <a:effectLst/>
              <a:uFillTx/>
              <a:latin typeface="Calibri"/>
            </a:endParaRPr>
          </a:p>
          <a:p>
            <a:pPr marL="1200240" lvl="3" indent="-171360" algn="l" defTabSz="685800">
              <a:lnSpc>
                <a:spcPct val="90000"/>
              </a:lnSpc>
              <a:spcBef>
                <a:spcPts val="374"/>
              </a:spcBef>
              <a:buClr>
                <a:srgbClr val="000000"/>
              </a:buClr>
              <a:buFont typeface="Arial"/>
              <a:buChar char="•"/>
            </a:pPr>
            <a:r>
              <a:rPr lang="en-US" sz="1350" b="0" u="none" strike="noStrike">
                <a:solidFill>
                  <a:schemeClr val="dk1"/>
                </a:solidFill>
                <a:effectLst/>
                <a:uFillTx/>
                <a:latin typeface="Calibri"/>
              </a:rPr>
              <a:t>Fourth level</a:t>
            </a:r>
            <a:endParaRPr lang="en-US" sz="1350" b="0" u="none" strike="noStrike">
              <a:solidFill>
                <a:schemeClr val="dk1"/>
              </a:solidFill>
              <a:effectLst/>
              <a:uFillTx/>
              <a:latin typeface="Calibri"/>
            </a:endParaRPr>
          </a:p>
          <a:p>
            <a:pPr marL="1542960" lvl="4" indent="-171360" algn="l" defTabSz="685800">
              <a:lnSpc>
                <a:spcPct val="90000"/>
              </a:lnSpc>
              <a:spcBef>
                <a:spcPts val="374"/>
              </a:spcBef>
              <a:buClr>
                <a:srgbClr val="000000"/>
              </a:buClr>
              <a:buFont typeface="Arial"/>
              <a:buChar char="•"/>
            </a:pPr>
            <a:r>
              <a:rPr lang="en-US" sz="1350" b="0" u="none" strike="noStrike">
                <a:solidFill>
                  <a:schemeClr val="dk1"/>
                </a:solidFill>
                <a:effectLst/>
                <a:uFillTx/>
                <a:latin typeface="Calibri"/>
              </a:rPr>
              <a:t>Fifth level</a:t>
            </a:r>
            <a:endParaRPr lang="en-US" sz="1350" b="0" u="none" strike="noStrike">
              <a:solidFill>
                <a:schemeClr val="dk1"/>
              </a:solidFill>
              <a:effectLst/>
              <a:uFillTx/>
              <a:latin typeface="Calibri"/>
            </a:endParaRPr>
          </a:p>
        </p:txBody>
      </p:sp>
      <p:sp>
        <p:nvSpPr>
          <p:cNvPr id="19" name="PlaceHolder 3"/>
          <p:cNvSpPr>
            <a:spLocks noGrp="1"/>
          </p:cNvSpPr>
          <p:nvPr>
            <p:ph type="dt" idx="10"/>
          </p:nvPr>
        </p:nvSpPr>
        <p:spPr>
          <a:xfrm>
            <a:off x="628560" y="4767120"/>
            <a:ext cx="2057040" cy="273600"/>
          </a:xfrm>
          <a:prstGeom prst="rect">
            <a:avLst/>
          </a:prstGeom>
          <a:noFill/>
          <a:ln w="0">
            <a:noFill/>
          </a:ln>
        </p:spPr>
        <p:txBody>
          <a:bodyPr lIns="91440" tIns="45720" rIns="91440" bIns="45720" anchor="ctr">
            <a:noAutofit/>
          </a:bodyPr>
          <a:lstStyle>
            <a:lvl1pPr indent="0" algn="l" defTabSz="457200">
              <a:lnSpc>
                <a:spcPct val="100000"/>
              </a:lnSpc>
              <a:buNone/>
              <a:defRPr lang="en-IN" sz="900" b="0" u="none" strike="noStrike">
                <a:solidFill>
                  <a:schemeClr val="dk1">
                    <a:tint val="75000"/>
                  </a:schemeClr>
                </a:solidFill>
                <a:effectLst/>
                <a:uFillTx/>
                <a:latin typeface="Calibri"/>
              </a:defRPr>
            </a:lvl1pPr>
          </a:lstStyle>
          <a:p>
            <a:pPr indent="0" algn="l" defTabSz="457200">
              <a:lnSpc>
                <a:spcPct val="100000"/>
              </a:lnSpc>
              <a:buNone/>
            </a:pPr>
            <a:r>
              <a:rPr lang="en-IN" sz="900" b="0" u="none" strike="noStrike">
                <a:solidFill>
                  <a:schemeClr val="dk1">
                    <a:tint val="75000"/>
                  </a:schemeClr>
                </a:solidFill>
                <a:effectLst/>
                <a:uFillTx/>
                <a:latin typeface="Calibri"/>
              </a:rPr>
              <a:t>&lt;date/time&gt;</a:t>
            </a:r>
            <a:endParaRPr lang="en-IN" sz="900" b="0" u="none" strike="noStrike">
              <a:solidFill>
                <a:srgbClr val="000000"/>
              </a:solidFill>
              <a:effectLst/>
              <a:uFillTx/>
              <a:latin typeface="Times New Roman"/>
            </a:endParaRPr>
          </a:p>
        </p:txBody>
      </p:sp>
      <p:sp>
        <p:nvSpPr>
          <p:cNvPr id="20" name="PlaceHolder 4"/>
          <p:cNvSpPr>
            <a:spLocks noGrp="1"/>
          </p:cNvSpPr>
          <p:nvPr>
            <p:ph type="ftr" idx="11"/>
          </p:nvPr>
        </p:nvSpPr>
        <p:spPr>
          <a:xfrm>
            <a:off x="3029040" y="4767120"/>
            <a:ext cx="3085920" cy="273600"/>
          </a:xfrm>
          <a:prstGeom prst="rect">
            <a:avLst/>
          </a:prstGeom>
          <a:noFill/>
          <a:ln w="0">
            <a:noFill/>
          </a:ln>
        </p:spPr>
        <p:txBody>
          <a:bodyPr lIns="91440" tIns="45720" rIns="91440" bIns="45720" anchor="ctr">
            <a:noAutofit/>
          </a:bodyPr>
          <a:lstStyle>
            <a:lvl1pPr indent="0" algn="ctr">
              <a:buNone/>
              <a:defRPr lang="en-IN" sz="1400" b="0" u="none" strike="noStrike">
                <a:solidFill>
                  <a:srgbClr val="000000"/>
                </a:solidFill>
                <a:effectLst/>
                <a:uFillTx/>
                <a:latin typeface="Times New Roman"/>
              </a:defRPr>
            </a:lvl1pPr>
          </a:lstStyle>
          <a:p>
            <a:pPr indent="0" algn="ctr">
              <a:buNone/>
            </a:pPr>
            <a:r>
              <a:rPr lang="en-IN" sz="1400" b="0" u="none" strike="noStrike">
                <a:solidFill>
                  <a:srgbClr val="000000"/>
                </a:solidFill>
                <a:effectLst/>
                <a:uFillTx/>
                <a:latin typeface="Times New Roman"/>
              </a:rPr>
              <a:t>&lt;footer&gt;</a:t>
            </a:r>
            <a:endParaRPr lang="en-IN" sz="1400" b="0" u="none" strike="noStrike">
              <a:solidFill>
                <a:srgbClr val="000000"/>
              </a:solidFill>
              <a:effectLst/>
              <a:uFillTx/>
              <a:latin typeface="Times New Roman"/>
            </a:endParaRPr>
          </a:p>
        </p:txBody>
      </p:sp>
      <p:sp>
        <p:nvSpPr>
          <p:cNvPr id="21" name="PlaceHolder 5"/>
          <p:cNvSpPr>
            <a:spLocks noGrp="1"/>
          </p:cNvSpPr>
          <p:nvPr>
            <p:ph type="sldNum" idx="12"/>
          </p:nvPr>
        </p:nvSpPr>
        <p:spPr>
          <a:xfrm>
            <a:off x="6458040" y="4767120"/>
            <a:ext cx="2057040" cy="273600"/>
          </a:xfrm>
          <a:prstGeom prst="rect">
            <a:avLst/>
          </a:prstGeom>
          <a:noFill/>
          <a:ln w="0">
            <a:noFill/>
          </a:ln>
        </p:spPr>
        <p:txBody>
          <a:bodyPr lIns="91440" tIns="45720" rIns="91440" bIns="45720" anchor="ctr">
            <a:noAutofit/>
          </a:bodyPr>
          <a:lstStyle>
            <a:lvl1pPr indent="0" algn="r" defTabSz="457200">
              <a:lnSpc>
                <a:spcPct val="100000"/>
              </a:lnSpc>
              <a:buNone/>
              <a:defRPr lang="en-IN" sz="900" b="0" u="none" strike="noStrike">
                <a:solidFill>
                  <a:schemeClr val="dk1">
                    <a:tint val="75000"/>
                  </a:schemeClr>
                </a:solidFill>
                <a:effectLst/>
                <a:uFillTx/>
                <a:latin typeface="Calibri"/>
              </a:defRPr>
            </a:lvl1pPr>
          </a:lstStyle>
          <a:p>
            <a:pPr indent="0" algn="r" defTabSz="457200">
              <a:lnSpc>
                <a:spcPct val="100000"/>
              </a:lnSpc>
              <a:buNone/>
            </a:pPr>
            <a:fld id="{73CAAC6B-8C73-446E-B87C-93EFA2F49E82}" type="slidenum">
              <a:rPr lang="en-IN" sz="900" b="0" u="none" strike="noStrike">
                <a:solidFill>
                  <a:schemeClr val="dk1">
                    <a:tint val="75000"/>
                  </a:schemeClr>
                </a:solidFill>
                <a:effectLst/>
                <a:uFillTx/>
                <a:latin typeface="Calibri"/>
              </a:rPr>
              <a:t>&lt;number&gt;</a:t>
            </a:fld>
            <a:endParaRPr lang="en-IN" sz="900" b="0" u="none" strike="noStrike">
              <a:solidFill>
                <a:srgbClr val="000000"/>
              </a:solidFill>
              <a:effectLst/>
              <a:uFillTx/>
              <a:latin typeface="Times New Roman"/>
            </a:endParaRP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ection Header">
    <p:bg>
      <p:bgPr>
        <a:solidFill>
          <a:srgbClr val="FFFFFF"/>
        </a:solidFill>
      </p:bgPr>
    </p:bg>
    <p:spTree>
      <p:nvGrpSpPr>
        <p:cNvPr id="1" name=""/>
        <p:cNvGrpSpPr/>
        <p:nvPr/>
      </p:nvGrpSpPr>
      <p:grpSpPr>
        <a:xfrm>
          <a:off x="0" y="0"/>
          <a:ext cx="0" cy="0"/>
          <a:chOff x="0" y="0"/>
          <a:chExt cx="0" cy="0"/>
        </a:xfrm>
      </p:grpSpPr>
      <p:sp>
        <p:nvSpPr>
          <p:cNvPr id="22" name="PlaceHolder 1"/>
          <p:cNvSpPr>
            <a:spLocks noGrp="1"/>
          </p:cNvSpPr>
          <p:nvPr>
            <p:ph type="title"/>
          </p:nvPr>
        </p:nvSpPr>
        <p:spPr>
          <a:xfrm>
            <a:off x="623880" y="1282320"/>
            <a:ext cx="7886520" cy="2139120"/>
          </a:xfrm>
          <a:prstGeom prst="rect">
            <a:avLst/>
          </a:prstGeom>
          <a:noFill/>
          <a:ln w="0">
            <a:noFill/>
          </a:ln>
        </p:spPr>
        <p:txBody>
          <a:bodyPr lIns="91440" tIns="45720" rIns="91440" bIns="45720" anchor="b">
            <a:noAutofit/>
          </a:bodyPr>
          <a:lstStyle>
            <a:lvl1pPr indent="0" algn="l" defTabSz="685800">
              <a:lnSpc>
                <a:spcPct val="90000"/>
              </a:lnSpc>
              <a:buNone/>
              <a:defRPr lang="en-US" sz="4500" b="0" u="none" strike="noStrike">
                <a:solidFill>
                  <a:schemeClr val="dk1"/>
                </a:solidFill>
                <a:effectLst/>
                <a:uFillTx/>
                <a:latin typeface="Calibri Light"/>
              </a:defRPr>
            </a:lvl1pPr>
          </a:lstStyle>
          <a:p>
            <a:pPr indent="0" algn="l" defTabSz="685800">
              <a:lnSpc>
                <a:spcPct val="90000"/>
              </a:lnSpc>
              <a:buNone/>
            </a:pPr>
            <a:r>
              <a:rPr lang="en-US" sz="4500" b="0" u="none" strike="noStrike">
                <a:solidFill>
                  <a:schemeClr val="dk1"/>
                </a:solidFill>
                <a:effectLst/>
                <a:uFillTx/>
                <a:latin typeface="Calibri Light"/>
              </a:rPr>
              <a:t>Click to edit Master title style</a:t>
            </a:r>
            <a:endParaRPr lang="en-US" sz="4500" b="0" u="none" strike="noStrike">
              <a:solidFill>
                <a:schemeClr val="dk1"/>
              </a:solidFill>
              <a:effectLst/>
              <a:uFillTx/>
              <a:latin typeface="Calibri Light"/>
            </a:endParaRPr>
          </a:p>
        </p:txBody>
      </p:sp>
      <p:sp>
        <p:nvSpPr>
          <p:cNvPr id="23" name="PlaceHolder 2"/>
          <p:cNvSpPr>
            <a:spLocks noGrp="1"/>
          </p:cNvSpPr>
          <p:nvPr>
            <p:ph type="body"/>
          </p:nvPr>
        </p:nvSpPr>
        <p:spPr>
          <a:xfrm>
            <a:off x="623880" y="3441960"/>
            <a:ext cx="7886520" cy="1124640"/>
          </a:xfrm>
          <a:prstGeom prst="rect">
            <a:avLst/>
          </a:prstGeom>
          <a:noFill/>
          <a:ln w="0">
            <a:noFill/>
          </a:ln>
        </p:spPr>
        <p:txBody>
          <a:bodyPr lIns="91440" tIns="45720" rIns="91440" bIns="45720" anchor="t">
            <a:noAutofit/>
          </a:bodyPr>
          <a:lstStyle>
            <a:lvl1pPr indent="0" algn="l" defTabSz="685800">
              <a:lnSpc>
                <a:spcPct val="90000"/>
              </a:lnSpc>
              <a:spcBef>
                <a:spcPts val="751"/>
              </a:spcBef>
              <a:buNone/>
              <a:tabLst>
                <a:tab pos="0" algn="l"/>
              </a:tabLst>
              <a:defRPr lang="en-US" sz="1800" b="0" u="none" strike="noStrike">
                <a:solidFill>
                  <a:schemeClr val="dk1">
                    <a:tint val="75000"/>
                  </a:schemeClr>
                </a:solidFill>
                <a:effectLst/>
                <a:uFillTx/>
                <a:latin typeface="Calibri"/>
              </a:defRPr>
            </a:lvl1pPr>
          </a:lstStyle>
          <a:p>
            <a:pPr indent="0" algn="l" defTabSz="685800">
              <a:lnSpc>
                <a:spcPct val="90000"/>
              </a:lnSpc>
              <a:spcBef>
                <a:spcPts val="751"/>
              </a:spcBef>
              <a:buNone/>
              <a:tabLst>
                <a:tab pos="0" algn="l"/>
              </a:tabLst>
            </a:pPr>
            <a:r>
              <a:rPr lang="en-US" sz="1800" b="0" u="none" strike="noStrike">
                <a:solidFill>
                  <a:schemeClr val="dk1">
                    <a:tint val="75000"/>
                  </a:schemeClr>
                </a:solidFill>
                <a:effectLst/>
                <a:uFillTx/>
                <a:latin typeface="Calibri"/>
              </a:rPr>
              <a:t>Edit Master text styles</a:t>
            </a:r>
            <a:endParaRPr lang="en-US" sz="1800" b="0" u="none" strike="noStrike">
              <a:solidFill>
                <a:schemeClr val="dk1">
                  <a:tint val="75000"/>
                </a:schemeClr>
              </a:solidFill>
              <a:effectLst/>
              <a:uFillTx/>
              <a:latin typeface="Calibri"/>
            </a:endParaRPr>
          </a:p>
        </p:txBody>
      </p:sp>
      <p:sp>
        <p:nvSpPr>
          <p:cNvPr id="24" name="PlaceHolder 3"/>
          <p:cNvSpPr>
            <a:spLocks noGrp="1"/>
          </p:cNvSpPr>
          <p:nvPr>
            <p:ph type="dt" idx="13"/>
          </p:nvPr>
        </p:nvSpPr>
        <p:spPr>
          <a:xfrm>
            <a:off x="628560" y="4767120"/>
            <a:ext cx="2057040" cy="273600"/>
          </a:xfrm>
          <a:prstGeom prst="rect">
            <a:avLst/>
          </a:prstGeom>
          <a:noFill/>
          <a:ln w="0">
            <a:noFill/>
          </a:ln>
        </p:spPr>
        <p:txBody>
          <a:bodyPr lIns="91440" tIns="45720" rIns="91440" bIns="45720" anchor="ctr">
            <a:noAutofit/>
          </a:bodyPr>
          <a:lstStyle>
            <a:lvl1pPr indent="0" algn="l" defTabSz="457200">
              <a:lnSpc>
                <a:spcPct val="100000"/>
              </a:lnSpc>
              <a:buNone/>
              <a:defRPr lang="en-IN" sz="900" b="0" u="none" strike="noStrike">
                <a:solidFill>
                  <a:schemeClr val="dk1">
                    <a:tint val="75000"/>
                  </a:schemeClr>
                </a:solidFill>
                <a:effectLst/>
                <a:uFillTx/>
                <a:latin typeface="Calibri"/>
              </a:defRPr>
            </a:lvl1pPr>
          </a:lstStyle>
          <a:p>
            <a:pPr indent="0" algn="l" defTabSz="457200">
              <a:lnSpc>
                <a:spcPct val="100000"/>
              </a:lnSpc>
              <a:buNone/>
            </a:pPr>
            <a:r>
              <a:rPr lang="en-IN" sz="900" b="0" u="none" strike="noStrike">
                <a:solidFill>
                  <a:schemeClr val="dk1">
                    <a:tint val="75000"/>
                  </a:schemeClr>
                </a:solidFill>
                <a:effectLst/>
                <a:uFillTx/>
                <a:latin typeface="Calibri"/>
              </a:rPr>
              <a:t>&lt;date/time&gt;</a:t>
            </a:r>
            <a:endParaRPr lang="en-IN" sz="900" b="0" u="none" strike="noStrike">
              <a:solidFill>
                <a:srgbClr val="000000"/>
              </a:solidFill>
              <a:effectLst/>
              <a:uFillTx/>
              <a:latin typeface="Times New Roman"/>
            </a:endParaRPr>
          </a:p>
        </p:txBody>
      </p:sp>
      <p:sp>
        <p:nvSpPr>
          <p:cNvPr id="25" name="PlaceHolder 4"/>
          <p:cNvSpPr>
            <a:spLocks noGrp="1"/>
          </p:cNvSpPr>
          <p:nvPr>
            <p:ph type="ftr" idx="14"/>
          </p:nvPr>
        </p:nvSpPr>
        <p:spPr>
          <a:xfrm>
            <a:off x="3029040" y="4767120"/>
            <a:ext cx="3085920" cy="273600"/>
          </a:xfrm>
          <a:prstGeom prst="rect">
            <a:avLst/>
          </a:prstGeom>
          <a:noFill/>
          <a:ln w="0">
            <a:noFill/>
          </a:ln>
        </p:spPr>
        <p:txBody>
          <a:bodyPr lIns="91440" tIns="45720" rIns="91440" bIns="45720" anchor="ctr">
            <a:noAutofit/>
          </a:bodyPr>
          <a:lstStyle>
            <a:lvl1pPr indent="0" algn="ctr">
              <a:buNone/>
              <a:defRPr lang="en-IN" sz="1400" b="0" u="none" strike="noStrike">
                <a:solidFill>
                  <a:srgbClr val="000000"/>
                </a:solidFill>
                <a:effectLst/>
                <a:uFillTx/>
                <a:latin typeface="Times New Roman"/>
              </a:defRPr>
            </a:lvl1pPr>
          </a:lstStyle>
          <a:p>
            <a:pPr indent="0" algn="ctr">
              <a:buNone/>
            </a:pPr>
            <a:r>
              <a:rPr lang="en-IN" sz="1400" b="0" u="none" strike="noStrike">
                <a:solidFill>
                  <a:srgbClr val="000000"/>
                </a:solidFill>
                <a:effectLst/>
                <a:uFillTx/>
                <a:latin typeface="Times New Roman"/>
              </a:rPr>
              <a:t>&lt;footer&gt;</a:t>
            </a:r>
            <a:endParaRPr lang="en-IN" sz="1400" b="0" u="none" strike="noStrike">
              <a:solidFill>
                <a:srgbClr val="000000"/>
              </a:solidFill>
              <a:effectLst/>
              <a:uFillTx/>
              <a:latin typeface="Times New Roman"/>
            </a:endParaRPr>
          </a:p>
        </p:txBody>
      </p:sp>
      <p:sp>
        <p:nvSpPr>
          <p:cNvPr id="26" name="PlaceHolder 5"/>
          <p:cNvSpPr>
            <a:spLocks noGrp="1"/>
          </p:cNvSpPr>
          <p:nvPr>
            <p:ph type="sldNum" idx="15"/>
          </p:nvPr>
        </p:nvSpPr>
        <p:spPr>
          <a:xfrm>
            <a:off x="6458040" y="4767120"/>
            <a:ext cx="2057040" cy="273600"/>
          </a:xfrm>
          <a:prstGeom prst="rect">
            <a:avLst/>
          </a:prstGeom>
          <a:noFill/>
          <a:ln w="0">
            <a:noFill/>
          </a:ln>
        </p:spPr>
        <p:txBody>
          <a:bodyPr lIns="91440" tIns="45720" rIns="91440" bIns="45720" anchor="ctr">
            <a:noAutofit/>
          </a:bodyPr>
          <a:lstStyle>
            <a:lvl1pPr indent="0" algn="r" defTabSz="457200">
              <a:lnSpc>
                <a:spcPct val="100000"/>
              </a:lnSpc>
              <a:buNone/>
              <a:defRPr lang="en-IN" sz="900" b="0" u="none" strike="noStrike">
                <a:solidFill>
                  <a:schemeClr val="dk1">
                    <a:tint val="75000"/>
                  </a:schemeClr>
                </a:solidFill>
                <a:effectLst/>
                <a:uFillTx/>
                <a:latin typeface="Calibri"/>
              </a:defRPr>
            </a:lvl1pPr>
          </a:lstStyle>
          <a:p>
            <a:pPr indent="0" algn="r" defTabSz="457200">
              <a:lnSpc>
                <a:spcPct val="100000"/>
              </a:lnSpc>
              <a:buNone/>
            </a:pPr>
            <a:fld id="{4BCC3725-F2A9-4E14-995A-CA15D33329E3}" type="slidenum">
              <a:rPr lang="en-IN" sz="900" b="0" u="none" strike="noStrike">
                <a:solidFill>
                  <a:schemeClr val="dk1">
                    <a:tint val="75000"/>
                  </a:schemeClr>
                </a:solidFill>
                <a:effectLst/>
                <a:uFillTx/>
                <a:latin typeface="Calibri"/>
              </a:rPr>
              <a:t>&lt;number&gt;</a:t>
            </a:fld>
            <a:endParaRPr lang="en-IN" sz="900" b="0" u="none" strike="noStrike">
              <a:solidFill>
                <a:srgbClr val="000000"/>
              </a:solidFill>
              <a:effectLst/>
              <a:uFillTx/>
              <a:latin typeface="Times New Roman"/>
            </a:endParaRP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wo Content">
    <p:bg>
      <p:bgPr>
        <a:solidFill>
          <a:srgbClr val="FFFFFF"/>
        </a:solidFill>
      </p:bgPr>
    </p:bg>
    <p:spTree>
      <p:nvGrpSpPr>
        <p:cNvPr id="1" name=""/>
        <p:cNvGrpSpPr/>
        <p:nvPr/>
      </p:nvGrpSpPr>
      <p:grpSpPr>
        <a:xfrm>
          <a:off x="0" y="0"/>
          <a:ext cx="0" cy="0"/>
          <a:chOff x="0" y="0"/>
          <a:chExt cx="0" cy="0"/>
        </a:xfrm>
      </p:grpSpPr>
      <p:sp>
        <p:nvSpPr>
          <p:cNvPr id="27" name="PlaceHolder 1"/>
          <p:cNvSpPr>
            <a:spLocks noGrp="1"/>
          </p:cNvSpPr>
          <p:nvPr>
            <p:ph type="title"/>
          </p:nvPr>
        </p:nvSpPr>
        <p:spPr>
          <a:xfrm>
            <a:off x="628560" y="273960"/>
            <a:ext cx="7886520" cy="993960"/>
          </a:xfrm>
          <a:prstGeom prst="rect">
            <a:avLst/>
          </a:prstGeom>
          <a:noFill/>
          <a:ln w="0">
            <a:noFill/>
          </a:ln>
        </p:spPr>
        <p:txBody>
          <a:bodyPr lIns="91440" tIns="45720" rIns="91440" bIns="45720" anchor="ctr">
            <a:noAutofit/>
          </a:bodyPr>
          <a:lstStyle>
            <a:lvl1pPr indent="0" algn="l" defTabSz="685800">
              <a:lnSpc>
                <a:spcPct val="90000"/>
              </a:lnSpc>
              <a:buNone/>
              <a:defRPr lang="en-US" sz="3300" b="0" u="none" strike="noStrike">
                <a:solidFill>
                  <a:schemeClr val="dk1"/>
                </a:solidFill>
                <a:effectLst/>
                <a:uFillTx/>
                <a:latin typeface="Calibri Light"/>
              </a:defRPr>
            </a:lvl1pPr>
          </a:lstStyle>
          <a:p>
            <a:pPr indent="0" algn="l" defTabSz="685800">
              <a:lnSpc>
                <a:spcPct val="90000"/>
              </a:lnSpc>
              <a:buNone/>
            </a:pPr>
            <a:r>
              <a:rPr lang="en-US" sz="3300" b="0" u="none" strike="noStrike">
                <a:solidFill>
                  <a:schemeClr val="dk1"/>
                </a:solidFill>
                <a:effectLst/>
                <a:uFillTx/>
                <a:latin typeface="Calibri Light"/>
              </a:rPr>
              <a:t>Click to edit Master title style</a:t>
            </a:r>
            <a:endParaRPr lang="en-US" sz="3300" b="0" u="none" strike="noStrike">
              <a:solidFill>
                <a:schemeClr val="dk1"/>
              </a:solidFill>
              <a:effectLst/>
              <a:uFillTx/>
              <a:latin typeface="Calibri Light"/>
            </a:endParaRPr>
          </a:p>
        </p:txBody>
      </p:sp>
      <p:sp>
        <p:nvSpPr>
          <p:cNvPr id="28" name="PlaceHolder 2"/>
          <p:cNvSpPr>
            <a:spLocks noGrp="1"/>
          </p:cNvSpPr>
          <p:nvPr>
            <p:ph type="body"/>
          </p:nvPr>
        </p:nvSpPr>
        <p:spPr>
          <a:xfrm>
            <a:off x="628560" y="1369080"/>
            <a:ext cx="3885840" cy="3263040"/>
          </a:xfrm>
          <a:prstGeom prst="rect">
            <a:avLst/>
          </a:prstGeom>
          <a:noFill/>
          <a:ln w="0">
            <a:noFill/>
          </a:ln>
        </p:spPr>
        <p:txBody>
          <a:bodyPr lIns="91440" tIns="45720" rIns="91440" bIns="45720" anchor="t">
            <a:noAutofit/>
          </a:bodyPr>
          <a:lstStyle>
            <a:lvl1pPr algn="l" defTabSz="685800">
              <a:lnSpc>
                <a:spcPct val="90000"/>
              </a:lnSpc>
              <a:spcBef>
                <a:spcPts val="751"/>
              </a:spcBef>
              <a:buClr>
                <a:srgbClr val="000000"/>
              </a:buClr>
              <a:buFont typeface="Arial"/>
              <a:buChar char="•"/>
              <a:defRPr lang="en-US" sz="2100" b="0" u="none" strike="noStrike">
                <a:solidFill>
                  <a:schemeClr val="dk1"/>
                </a:solidFill>
                <a:effectLst/>
                <a:uFillTx/>
                <a:latin typeface="Calibri"/>
              </a:defRPr>
            </a:lvl1pPr>
            <a:lvl2pPr lvl="1" algn="l" defTabSz="685800">
              <a:lnSpc>
                <a:spcPct val="90000"/>
              </a:lnSpc>
              <a:spcBef>
                <a:spcPts val="374"/>
              </a:spcBef>
              <a:buClr>
                <a:srgbClr val="000000"/>
              </a:buClr>
              <a:buFont typeface="Arial"/>
              <a:buChar char="•"/>
              <a:defRPr lang="en-US" sz="1800" b="0" u="none" strike="noStrike">
                <a:solidFill>
                  <a:schemeClr val="dk1"/>
                </a:solidFill>
                <a:effectLst/>
                <a:uFillTx/>
                <a:latin typeface="Calibri"/>
              </a:defRPr>
            </a:lvl2pPr>
            <a:lvl3pPr lvl="2" algn="l" defTabSz="685800">
              <a:lnSpc>
                <a:spcPct val="90000"/>
              </a:lnSpc>
              <a:spcBef>
                <a:spcPts val="374"/>
              </a:spcBef>
              <a:buClr>
                <a:srgbClr val="000000"/>
              </a:buClr>
              <a:buFont typeface="Arial"/>
              <a:buChar char="•"/>
              <a:defRPr lang="en-US" sz="1500" b="0" u="none" strike="noStrike">
                <a:solidFill>
                  <a:schemeClr val="dk1"/>
                </a:solidFill>
                <a:effectLst/>
                <a:uFillTx/>
                <a:latin typeface="Calibri"/>
              </a:defRPr>
            </a:lvl3pPr>
            <a:lvl4pPr lvl="3" algn="l" defTabSz="685800">
              <a:lnSpc>
                <a:spcPct val="90000"/>
              </a:lnSpc>
              <a:spcBef>
                <a:spcPts val="374"/>
              </a:spcBef>
              <a:buClr>
                <a:srgbClr val="000000"/>
              </a:buClr>
              <a:buFont typeface="Arial"/>
              <a:buChar char="•"/>
              <a:defRPr lang="en-US" sz="1350" b="0" u="none" strike="noStrike">
                <a:solidFill>
                  <a:schemeClr val="dk1"/>
                </a:solidFill>
                <a:effectLst/>
                <a:uFillTx/>
                <a:latin typeface="Calibri"/>
              </a:defRPr>
            </a:lvl4pPr>
            <a:lvl5pPr lvl="4" algn="l" defTabSz="685800">
              <a:lnSpc>
                <a:spcPct val="90000"/>
              </a:lnSpc>
              <a:spcBef>
                <a:spcPts val="374"/>
              </a:spcBef>
              <a:buClr>
                <a:srgbClr val="000000"/>
              </a:buClr>
              <a:buFont typeface="Arial"/>
              <a:buChar char="•"/>
              <a:defRPr lang="en-US" sz="1350" b="0" u="none" strike="noStrike">
                <a:solidFill>
                  <a:schemeClr val="dk1"/>
                </a:solidFill>
                <a:effectLst/>
                <a:uFillTx/>
                <a:latin typeface="Calibri"/>
              </a:defRPr>
            </a:lvl5pPr>
          </a:lstStyle>
          <a:p>
            <a:pPr marL="171360" indent="-171360" algn="l" defTabSz="685800">
              <a:lnSpc>
                <a:spcPct val="90000"/>
              </a:lnSpc>
              <a:spcBef>
                <a:spcPts val="751"/>
              </a:spcBef>
              <a:buClr>
                <a:srgbClr val="000000"/>
              </a:buClr>
              <a:buFont typeface="Arial"/>
              <a:buChar char="•"/>
            </a:pPr>
            <a:r>
              <a:rPr lang="en-US" sz="2100" b="0" u="none" strike="noStrike">
                <a:solidFill>
                  <a:schemeClr val="dk1"/>
                </a:solidFill>
                <a:effectLst/>
                <a:uFillTx/>
                <a:latin typeface="Calibri"/>
              </a:rPr>
              <a:t>Edit Master text styles</a:t>
            </a:r>
            <a:endParaRPr lang="en-US" sz="2100" b="0" u="none" strike="noStrike">
              <a:solidFill>
                <a:schemeClr val="dk1"/>
              </a:solidFill>
              <a:effectLst/>
              <a:uFillTx/>
              <a:latin typeface="Calibri"/>
            </a:endParaRPr>
          </a:p>
          <a:p>
            <a:pPr marL="514440" lvl="1" indent="-171360" algn="l" defTabSz="685800">
              <a:lnSpc>
                <a:spcPct val="90000"/>
              </a:lnSpc>
              <a:spcBef>
                <a:spcPts val="374"/>
              </a:spcBef>
              <a:buClr>
                <a:srgbClr val="000000"/>
              </a:buClr>
              <a:buFont typeface="Arial"/>
              <a:buChar char="•"/>
            </a:pPr>
            <a:r>
              <a:rPr lang="en-US" sz="1800" b="0" u="none" strike="noStrike">
                <a:solidFill>
                  <a:schemeClr val="dk1"/>
                </a:solidFill>
                <a:effectLst/>
                <a:uFillTx/>
                <a:latin typeface="Calibri"/>
              </a:rPr>
              <a:t>Second level</a:t>
            </a:r>
            <a:endParaRPr lang="en-US" sz="1800" b="0" u="none" strike="noStrike">
              <a:solidFill>
                <a:schemeClr val="dk1"/>
              </a:solidFill>
              <a:effectLst/>
              <a:uFillTx/>
              <a:latin typeface="Calibri"/>
            </a:endParaRPr>
          </a:p>
          <a:p>
            <a:pPr marL="857160" lvl="2" indent="-171360" algn="l" defTabSz="685800">
              <a:lnSpc>
                <a:spcPct val="90000"/>
              </a:lnSpc>
              <a:spcBef>
                <a:spcPts val="374"/>
              </a:spcBef>
              <a:buClr>
                <a:srgbClr val="000000"/>
              </a:buClr>
              <a:buFont typeface="Arial"/>
              <a:buChar char="•"/>
            </a:pPr>
            <a:r>
              <a:rPr lang="en-US" sz="1500" b="0" u="none" strike="noStrike">
                <a:solidFill>
                  <a:schemeClr val="dk1"/>
                </a:solidFill>
                <a:effectLst/>
                <a:uFillTx/>
                <a:latin typeface="Calibri"/>
              </a:rPr>
              <a:t>Third level</a:t>
            </a:r>
            <a:endParaRPr lang="en-US" sz="1500" b="0" u="none" strike="noStrike">
              <a:solidFill>
                <a:schemeClr val="dk1"/>
              </a:solidFill>
              <a:effectLst/>
              <a:uFillTx/>
              <a:latin typeface="Calibri"/>
            </a:endParaRPr>
          </a:p>
          <a:p>
            <a:pPr marL="1200240" lvl="3" indent="-171360" algn="l" defTabSz="685800">
              <a:lnSpc>
                <a:spcPct val="90000"/>
              </a:lnSpc>
              <a:spcBef>
                <a:spcPts val="374"/>
              </a:spcBef>
              <a:buClr>
                <a:srgbClr val="000000"/>
              </a:buClr>
              <a:buFont typeface="Arial"/>
              <a:buChar char="•"/>
            </a:pPr>
            <a:r>
              <a:rPr lang="en-US" sz="1350" b="0" u="none" strike="noStrike">
                <a:solidFill>
                  <a:schemeClr val="dk1"/>
                </a:solidFill>
                <a:effectLst/>
                <a:uFillTx/>
                <a:latin typeface="Calibri"/>
              </a:rPr>
              <a:t>Fourth level</a:t>
            </a:r>
            <a:endParaRPr lang="en-US" sz="1350" b="0" u="none" strike="noStrike">
              <a:solidFill>
                <a:schemeClr val="dk1"/>
              </a:solidFill>
              <a:effectLst/>
              <a:uFillTx/>
              <a:latin typeface="Calibri"/>
            </a:endParaRPr>
          </a:p>
          <a:p>
            <a:pPr marL="1542960" lvl="4" indent="-171360" algn="l" defTabSz="685800">
              <a:lnSpc>
                <a:spcPct val="90000"/>
              </a:lnSpc>
              <a:spcBef>
                <a:spcPts val="374"/>
              </a:spcBef>
              <a:buClr>
                <a:srgbClr val="000000"/>
              </a:buClr>
              <a:buFont typeface="Arial"/>
              <a:buChar char="•"/>
            </a:pPr>
            <a:r>
              <a:rPr lang="en-US" sz="1350" b="0" u="none" strike="noStrike">
                <a:solidFill>
                  <a:schemeClr val="dk1"/>
                </a:solidFill>
                <a:effectLst/>
                <a:uFillTx/>
                <a:latin typeface="Calibri"/>
              </a:rPr>
              <a:t>Fifth level</a:t>
            </a:r>
            <a:endParaRPr lang="en-US" sz="1350" b="0" u="none" strike="noStrike">
              <a:solidFill>
                <a:schemeClr val="dk1"/>
              </a:solidFill>
              <a:effectLst/>
              <a:uFillTx/>
              <a:latin typeface="Calibri"/>
            </a:endParaRPr>
          </a:p>
        </p:txBody>
      </p:sp>
      <p:sp>
        <p:nvSpPr>
          <p:cNvPr id="29" name="PlaceHolder 3"/>
          <p:cNvSpPr>
            <a:spLocks noGrp="1"/>
          </p:cNvSpPr>
          <p:nvPr>
            <p:ph type="body"/>
          </p:nvPr>
        </p:nvSpPr>
        <p:spPr>
          <a:xfrm>
            <a:off x="4629240" y="1369080"/>
            <a:ext cx="3885840" cy="3263040"/>
          </a:xfrm>
          <a:prstGeom prst="rect">
            <a:avLst/>
          </a:prstGeom>
          <a:noFill/>
          <a:ln w="0">
            <a:noFill/>
          </a:ln>
        </p:spPr>
        <p:txBody>
          <a:bodyPr lIns="91440" tIns="45720" rIns="91440" bIns="45720" anchor="t">
            <a:noAutofit/>
          </a:bodyPr>
          <a:lstStyle>
            <a:lvl1pPr algn="l" defTabSz="685800">
              <a:lnSpc>
                <a:spcPct val="90000"/>
              </a:lnSpc>
              <a:spcBef>
                <a:spcPts val="751"/>
              </a:spcBef>
              <a:buClr>
                <a:srgbClr val="000000"/>
              </a:buClr>
              <a:buFont typeface="Arial"/>
              <a:buChar char="•"/>
              <a:defRPr lang="en-US" sz="2100" b="0" u="none" strike="noStrike">
                <a:solidFill>
                  <a:schemeClr val="dk1"/>
                </a:solidFill>
                <a:effectLst/>
                <a:uFillTx/>
                <a:latin typeface="Calibri"/>
              </a:defRPr>
            </a:lvl1pPr>
            <a:lvl2pPr lvl="1" algn="l" defTabSz="685800">
              <a:lnSpc>
                <a:spcPct val="90000"/>
              </a:lnSpc>
              <a:spcBef>
                <a:spcPts val="374"/>
              </a:spcBef>
              <a:buClr>
                <a:srgbClr val="000000"/>
              </a:buClr>
              <a:buFont typeface="Arial"/>
              <a:buChar char="•"/>
              <a:defRPr lang="en-US" sz="1800" b="0" u="none" strike="noStrike">
                <a:solidFill>
                  <a:schemeClr val="dk1"/>
                </a:solidFill>
                <a:effectLst/>
                <a:uFillTx/>
                <a:latin typeface="Calibri"/>
              </a:defRPr>
            </a:lvl2pPr>
            <a:lvl3pPr lvl="2" algn="l" defTabSz="685800">
              <a:lnSpc>
                <a:spcPct val="90000"/>
              </a:lnSpc>
              <a:spcBef>
                <a:spcPts val="374"/>
              </a:spcBef>
              <a:buClr>
                <a:srgbClr val="000000"/>
              </a:buClr>
              <a:buFont typeface="Arial"/>
              <a:buChar char="•"/>
              <a:defRPr lang="en-US" sz="1500" b="0" u="none" strike="noStrike">
                <a:solidFill>
                  <a:schemeClr val="dk1"/>
                </a:solidFill>
                <a:effectLst/>
                <a:uFillTx/>
                <a:latin typeface="Calibri"/>
              </a:defRPr>
            </a:lvl3pPr>
            <a:lvl4pPr lvl="3" algn="l" defTabSz="685800">
              <a:lnSpc>
                <a:spcPct val="90000"/>
              </a:lnSpc>
              <a:spcBef>
                <a:spcPts val="374"/>
              </a:spcBef>
              <a:buClr>
                <a:srgbClr val="000000"/>
              </a:buClr>
              <a:buFont typeface="Arial"/>
              <a:buChar char="•"/>
              <a:defRPr lang="en-US" sz="1350" b="0" u="none" strike="noStrike">
                <a:solidFill>
                  <a:schemeClr val="dk1"/>
                </a:solidFill>
                <a:effectLst/>
                <a:uFillTx/>
                <a:latin typeface="Calibri"/>
              </a:defRPr>
            </a:lvl4pPr>
            <a:lvl5pPr lvl="4" algn="l" defTabSz="685800">
              <a:lnSpc>
                <a:spcPct val="90000"/>
              </a:lnSpc>
              <a:spcBef>
                <a:spcPts val="374"/>
              </a:spcBef>
              <a:buClr>
                <a:srgbClr val="000000"/>
              </a:buClr>
              <a:buFont typeface="Arial"/>
              <a:buChar char="•"/>
              <a:defRPr lang="en-US" sz="1350" b="0" u="none" strike="noStrike">
                <a:solidFill>
                  <a:schemeClr val="dk1"/>
                </a:solidFill>
                <a:effectLst/>
                <a:uFillTx/>
                <a:latin typeface="Calibri"/>
              </a:defRPr>
            </a:lvl5pPr>
          </a:lstStyle>
          <a:p>
            <a:pPr marL="171360" indent="-171360" algn="l" defTabSz="685800">
              <a:lnSpc>
                <a:spcPct val="90000"/>
              </a:lnSpc>
              <a:spcBef>
                <a:spcPts val="751"/>
              </a:spcBef>
              <a:buClr>
                <a:srgbClr val="000000"/>
              </a:buClr>
              <a:buFont typeface="Arial"/>
              <a:buChar char="•"/>
            </a:pPr>
            <a:r>
              <a:rPr lang="en-US" sz="2100" b="0" u="none" strike="noStrike">
                <a:solidFill>
                  <a:schemeClr val="dk1"/>
                </a:solidFill>
                <a:effectLst/>
                <a:uFillTx/>
                <a:latin typeface="Calibri"/>
              </a:rPr>
              <a:t>Edit Master text styles</a:t>
            </a:r>
            <a:endParaRPr lang="en-US" sz="2100" b="0" u="none" strike="noStrike">
              <a:solidFill>
                <a:schemeClr val="dk1"/>
              </a:solidFill>
              <a:effectLst/>
              <a:uFillTx/>
              <a:latin typeface="Calibri"/>
            </a:endParaRPr>
          </a:p>
          <a:p>
            <a:pPr marL="514440" lvl="1" indent="-171360" algn="l" defTabSz="685800">
              <a:lnSpc>
                <a:spcPct val="90000"/>
              </a:lnSpc>
              <a:spcBef>
                <a:spcPts val="374"/>
              </a:spcBef>
              <a:buClr>
                <a:srgbClr val="000000"/>
              </a:buClr>
              <a:buFont typeface="Arial"/>
              <a:buChar char="•"/>
            </a:pPr>
            <a:r>
              <a:rPr lang="en-US" sz="1800" b="0" u="none" strike="noStrike">
                <a:solidFill>
                  <a:schemeClr val="dk1"/>
                </a:solidFill>
                <a:effectLst/>
                <a:uFillTx/>
                <a:latin typeface="Calibri"/>
              </a:rPr>
              <a:t>Second level</a:t>
            </a:r>
            <a:endParaRPr lang="en-US" sz="1800" b="0" u="none" strike="noStrike">
              <a:solidFill>
                <a:schemeClr val="dk1"/>
              </a:solidFill>
              <a:effectLst/>
              <a:uFillTx/>
              <a:latin typeface="Calibri"/>
            </a:endParaRPr>
          </a:p>
          <a:p>
            <a:pPr marL="857160" lvl="2" indent="-171360" algn="l" defTabSz="685800">
              <a:lnSpc>
                <a:spcPct val="90000"/>
              </a:lnSpc>
              <a:spcBef>
                <a:spcPts val="374"/>
              </a:spcBef>
              <a:buClr>
                <a:srgbClr val="000000"/>
              </a:buClr>
              <a:buFont typeface="Arial"/>
              <a:buChar char="•"/>
            </a:pPr>
            <a:r>
              <a:rPr lang="en-US" sz="1500" b="0" u="none" strike="noStrike">
                <a:solidFill>
                  <a:schemeClr val="dk1"/>
                </a:solidFill>
                <a:effectLst/>
                <a:uFillTx/>
                <a:latin typeface="Calibri"/>
              </a:rPr>
              <a:t>Third level</a:t>
            </a:r>
            <a:endParaRPr lang="en-US" sz="1500" b="0" u="none" strike="noStrike">
              <a:solidFill>
                <a:schemeClr val="dk1"/>
              </a:solidFill>
              <a:effectLst/>
              <a:uFillTx/>
              <a:latin typeface="Calibri"/>
            </a:endParaRPr>
          </a:p>
          <a:p>
            <a:pPr marL="1200240" lvl="3" indent="-171360" algn="l" defTabSz="685800">
              <a:lnSpc>
                <a:spcPct val="90000"/>
              </a:lnSpc>
              <a:spcBef>
                <a:spcPts val="374"/>
              </a:spcBef>
              <a:buClr>
                <a:srgbClr val="000000"/>
              </a:buClr>
              <a:buFont typeface="Arial"/>
              <a:buChar char="•"/>
            </a:pPr>
            <a:r>
              <a:rPr lang="en-US" sz="1350" b="0" u="none" strike="noStrike">
                <a:solidFill>
                  <a:schemeClr val="dk1"/>
                </a:solidFill>
                <a:effectLst/>
                <a:uFillTx/>
                <a:latin typeface="Calibri"/>
              </a:rPr>
              <a:t>Fourth level</a:t>
            </a:r>
            <a:endParaRPr lang="en-US" sz="1350" b="0" u="none" strike="noStrike">
              <a:solidFill>
                <a:schemeClr val="dk1"/>
              </a:solidFill>
              <a:effectLst/>
              <a:uFillTx/>
              <a:latin typeface="Calibri"/>
            </a:endParaRPr>
          </a:p>
          <a:p>
            <a:pPr marL="1542960" lvl="4" indent="-171360" algn="l" defTabSz="685800">
              <a:lnSpc>
                <a:spcPct val="90000"/>
              </a:lnSpc>
              <a:spcBef>
                <a:spcPts val="374"/>
              </a:spcBef>
              <a:buClr>
                <a:srgbClr val="000000"/>
              </a:buClr>
              <a:buFont typeface="Arial"/>
              <a:buChar char="•"/>
            </a:pPr>
            <a:r>
              <a:rPr lang="en-US" sz="1350" b="0" u="none" strike="noStrike">
                <a:solidFill>
                  <a:schemeClr val="dk1"/>
                </a:solidFill>
                <a:effectLst/>
                <a:uFillTx/>
                <a:latin typeface="Calibri"/>
              </a:rPr>
              <a:t>Fifth level</a:t>
            </a:r>
            <a:endParaRPr lang="en-US" sz="1350" b="0" u="none" strike="noStrike">
              <a:solidFill>
                <a:schemeClr val="dk1"/>
              </a:solidFill>
              <a:effectLst/>
              <a:uFillTx/>
              <a:latin typeface="Calibri"/>
            </a:endParaRPr>
          </a:p>
        </p:txBody>
      </p:sp>
      <p:sp>
        <p:nvSpPr>
          <p:cNvPr id="30" name="PlaceHolder 4"/>
          <p:cNvSpPr>
            <a:spLocks noGrp="1"/>
          </p:cNvSpPr>
          <p:nvPr>
            <p:ph type="dt" idx="16"/>
          </p:nvPr>
        </p:nvSpPr>
        <p:spPr>
          <a:xfrm>
            <a:off x="628560" y="4767120"/>
            <a:ext cx="2057040" cy="273600"/>
          </a:xfrm>
          <a:prstGeom prst="rect">
            <a:avLst/>
          </a:prstGeom>
          <a:noFill/>
          <a:ln w="0">
            <a:noFill/>
          </a:ln>
        </p:spPr>
        <p:txBody>
          <a:bodyPr lIns="91440" tIns="45720" rIns="91440" bIns="45720" anchor="ctr">
            <a:noAutofit/>
          </a:bodyPr>
          <a:lstStyle>
            <a:lvl1pPr indent="0" algn="l" defTabSz="457200">
              <a:lnSpc>
                <a:spcPct val="100000"/>
              </a:lnSpc>
              <a:buNone/>
              <a:defRPr lang="en-IN" sz="900" b="0" u="none" strike="noStrike">
                <a:solidFill>
                  <a:schemeClr val="dk1">
                    <a:tint val="75000"/>
                  </a:schemeClr>
                </a:solidFill>
                <a:effectLst/>
                <a:uFillTx/>
                <a:latin typeface="Calibri"/>
              </a:defRPr>
            </a:lvl1pPr>
          </a:lstStyle>
          <a:p>
            <a:pPr indent="0" algn="l" defTabSz="457200">
              <a:lnSpc>
                <a:spcPct val="100000"/>
              </a:lnSpc>
              <a:buNone/>
            </a:pPr>
            <a:r>
              <a:rPr lang="en-IN" sz="900" b="0" u="none" strike="noStrike">
                <a:solidFill>
                  <a:schemeClr val="dk1">
                    <a:tint val="75000"/>
                  </a:schemeClr>
                </a:solidFill>
                <a:effectLst/>
                <a:uFillTx/>
                <a:latin typeface="Calibri"/>
              </a:rPr>
              <a:t>&lt;date/time&gt;</a:t>
            </a:r>
            <a:endParaRPr lang="en-IN" sz="900" b="0" u="none" strike="noStrike">
              <a:solidFill>
                <a:srgbClr val="000000"/>
              </a:solidFill>
              <a:effectLst/>
              <a:uFillTx/>
              <a:latin typeface="Times New Roman"/>
            </a:endParaRPr>
          </a:p>
        </p:txBody>
      </p:sp>
      <p:sp>
        <p:nvSpPr>
          <p:cNvPr id="31" name="PlaceHolder 5"/>
          <p:cNvSpPr>
            <a:spLocks noGrp="1"/>
          </p:cNvSpPr>
          <p:nvPr>
            <p:ph type="ftr" idx="17"/>
          </p:nvPr>
        </p:nvSpPr>
        <p:spPr>
          <a:xfrm>
            <a:off x="3029040" y="4767120"/>
            <a:ext cx="3085920" cy="273600"/>
          </a:xfrm>
          <a:prstGeom prst="rect">
            <a:avLst/>
          </a:prstGeom>
          <a:noFill/>
          <a:ln w="0">
            <a:noFill/>
          </a:ln>
        </p:spPr>
        <p:txBody>
          <a:bodyPr lIns="91440" tIns="45720" rIns="91440" bIns="45720" anchor="ctr">
            <a:noAutofit/>
          </a:bodyPr>
          <a:lstStyle>
            <a:lvl1pPr indent="0" algn="ctr">
              <a:buNone/>
              <a:defRPr lang="en-IN" sz="1400" b="0" u="none" strike="noStrike">
                <a:solidFill>
                  <a:srgbClr val="000000"/>
                </a:solidFill>
                <a:effectLst/>
                <a:uFillTx/>
                <a:latin typeface="Times New Roman"/>
              </a:defRPr>
            </a:lvl1pPr>
          </a:lstStyle>
          <a:p>
            <a:pPr indent="0" algn="ctr">
              <a:buNone/>
            </a:pPr>
            <a:r>
              <a:rPr lang="en-IN" sz="1400" b="0" u="none" strike="noStrike">
                <a:solidFill>
                  <a:srgbClr val="000000"/>
                </a:solidFill>
                <a:effectLst/>
                <a:uFillTx/>
                <a:latin typeface="Times New Roman"/>
              </a:rPr>
              <a:t>&lt;footer&gt;</a:t>
            </a:r>
            <a:endParaRPr lang="en-IN" sz="1400" b="0" u="none" strike="noStrike">
              <a:solidFill>
                <a:srgbClr val="000000"/>
              </a:solidFill>
              <a:effectLst/>
              <a:uFillTx/>
              <a:latin typeface="Times New Roman"/>
            </a:endParaRPr>
          </a:p>
        </p:txBody>
      </p:sp>
      <p:sp>
        <p:nvSpPr>
          <p:cNvPr id="32" name="PlaceHolder 6"/>
          <p:cNvSpPr>
            <a:spLocks noGrp="1"/>
          </p:cNvSpPr>
          <p:nvPr>
            <p:ph type="sldNum" idx="18"/>
          </p:nvPr>
        </p:nvSpPr>
        <p:spPr>
          <a:xfrm>
            <a:off x="6458040" y="4767120"/>
            <a:ext cx="2057040" cy="273600"/>
          </a:xfrm>
          <a:prstGeom prst="rect">
            <a:avLst/>
          </a:prstGeom>
          <a:noFill/>
          <a:ln w="0">
            <a:noFill/>
          </a:ln>
        </p:spPr>
        <p:txBody>
          <a:bodyPr lIns="91440" tIns="45720" rIns="91440" bIns="45720" anchor="ctr">
            <a:noAutofit/>
          </a:bodyPr>
          <a:lstStyle>
            <a:lvl1pPr indent="0" algn="r" defTabSz="457200">
              <a:lnSpc>
                <a:spcPct val="100000"/>
              </a:lnSpc>
              <a:buNone/>
              <a:defRPr lang="en-IN" sz="900" b="0" u="none" strike="noStrike">
                <a:solidFill>
                  <a:schemeClr val="dk1">
                    <a:tint val="75000"/>
                  </a:schemeClr>
                </a:solidFill>
                <a:effectLst/>
                <a:uFillTx/>
                <a:latin typeface="Calibri"/>
              </a:defRPr>
            </a:lvl1pPr>
          </a:lstStyle>
          <a:p>
            <a:pPr indent="0" algn="r" defTabSz="457200">
              <a:lnSpc>
                <a:spcPct val="100000"/>
              </a:lnSpc>
              <a:buNone/>
            </a:pPr>
            <a:fld id="{59584D27-9663-4D36-9E8F-63DDFDAA7487}" type="slidenum">
              <a:rPr lang="en-IN" sz="900" b="0" u="none" strike="noStrike">
                <a:solidFill>
                  <a:schemeClr val="dk1">
                    <a:tint val="75000"/>
                  </a:schemeClr>
                </a:solidFill>
                <a:effectLst/>
                <a:uFillTx/>
                <a:latin typeface="Calibri"/>
              </a:rPr>
              <a:t>&lt;number&gt;</a:t>
            </a:fld>
            <a:endParaRPr lang="en-IN" sz="900" b="0" u="none" strike="noStrike">
              <a:solidFill>
                <a:srgbClr val="000000"/>
              </a:solidFill>
              <a:effectLst/>
              <a:uFillTx/>
              <a:latin typeface="Times New Roman"/>
            </a:endParaRP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omparison">
    <p:bg>
      <p:bgPr>
        <a:solidFill>
          <a:srgbClr val="FFFFFF"/>
        </a:solidFill>
      </p:bgPr>
    </p:bg>
    <p:spTree>
      <p:nvGrpSpPr>
        <p:cNvPr id="1" name=""/>
        <p:cNvGrpSpPr/>
        <p:nvPr/>
      </p:nvGrpSpPr>
      <p:grpSpPr>
        <a:xfrm>
          <a:off x="0" y="0"/>
          <a:ext cx="0" cy="0"/>
          <a:chOff x="0" y="0"/>
          <a:chExt cx="0" cy="0"/>
        </a:xfrm>
      </p:grpSpPr>
      <p:sp>
        <p:nvSpPr>
          <p:cNvPr id="33" name="PlaceHolder 1"/>
          <p:cNvSpPr>
            <a:spLocks noGrp="1"/>
          </p:cNvSpPr>
          <p:nvPr>
            <p:ph type="title"/>
          </p:nvPr>
        </p:nvSpPr>
        <p:spPr>
          <a:xfrm>
            <a:off x="630000" y="273960"/>
            <a:ext cx="7886520" cy="993960"/>
          </a:xfrm>
          <a:prstGeom prst="rect">
            <a:avLst/>
          </a:prstGeom>
          <a:noFill/>
          <a:ln w="0">
            <a:noFill/>
          </a:ln>
        </p:spPr>
        <p:txBody>
          <a:bodyPr lIns="91440" tIns="45720" rIns="91440" bIns="45720" anchor="ctr">
            <a:noAutofit/>
          </a:bodyPr>
          <a:lstStyle>
            <a:lvl1pPr indent="0" algn="l" defTabSz="685800">
              <a:lnSpc>
                <a:spcPct val="90000"/>
              </a:lnSpc>
              <a:buNone/>
              <a:defRPr lang="en-US" sz="3300" b="0" u="none" strike="noStrike">
                <a:solidFill>
                  <a:schemeClr val="dk1"/>
                </a:solidFill>
                <a:effectLst/>
                <a:uFillTx/>
                <a:latin typeface="Calibri Light"/>
              </a:defRPr>
            </a:lvl1pPr>
          </a:lstStyle>
          <a:p>
            <a:pPr indent="0" algn="l" defTabSz="685800">
              <a:lnSpc>
                <a:spcPct val="90000"/>
              </a:lnSpc>
              <a:buNone/>
            </a:pPr>
            <a:r>
              <a:rPr lang="en-US" sz="3300" b="0" u="none" strike="noStrike">
                <a:solidFill>
                  <a:schemeClr val="dk1"/>
                </a:solidFill>
                <a:effectLst/>
                <a:uFillTx/>
                <a:latin typeface="Calibri Light"/>
              </a:rPr>
              <a:t>Click to edit Master title style</a:t>
            </a:r>
            <a:endParaRPr lang="en-US" sz="3300" b="0" u="none" strike="noStrike">
              <a:solidFill>
                <a:schemeClr val="dk1"/>
              </a:solidFill>
              <a:effectLst/>
              <a:uFillTx/>
              <a:latin typeface="Calibri Light"/>
            </a:endParaRPr>
          </a:p>
        </p:txBody>
      </p:sp>
      <p:sp>
        <p:nvSpPr>
          <p:cNvPr id="34" name="PlaceHolder 2"/>
          <p:cNvSpPr>
            <a:spLocks noGrp="1"/>
          </p:cNvSpPr>
          <p:nvPr>
            <p:ph type="body"/>
          </p:nvPr>
        </p:nvSpPr>
        <p:spPr>
          <a:xfrm>
            <a:off x="630000" y="1260720"/>
            <a:ext cx="3867840" cy="617400"/>
          </a:xfrm>
          <a:prstGeom prst="rect">
            <a:avLst/>
          </a:prstGeom>
          <a:noFill/>
          <a:ln w="0">
            <a:noFill/>
          </a:ln>
        </p:spPr>
        <p:txBody>
          <a:bodyPr lIns="91440" tIns="45720" rIns="91440" bIns="45720" anchor="b">
            <a:noAutofit/>
          </a:bodyPr>
          <a:lstStyle>
            <a:lvl1pPr indent="0" algn="l" defTabSz="685800">
              <a:lnSpc>
                <a:spcPct val="90000"/>
              </a:lnSpc>
              <a:spcBef>
                <a:spcPts val="751"/>
              </a:spcBef>
              <a:buNone/>
              <a:tabLst>
                <a:tab pos="0" algn="l"/>
              </a:tabLst>
              <a:defRPr lang="en-US" sz="1800" b="1" u="none" strike="noStrike">
                <a:solidFill>
                  <a:schemeClr val="dk1"/>
                </a:solidFill>
                <a:effectLst/>
                <a:uFillTx/>
                <a:latin typeface="Calibri"/>
              </a:defRPr>
            </a:lvl1pPr>
          </a:lstStyle>
          <a:p>
            <a:pPr indent="0" algn="l" defTabSz="685800">
              <a:lnSpc>
                <a:spcPct val="90000"/>
              </a:lnSpc>
              <a:spcBef>
                <a:spcPts val="751"/>
              </a:spcBef>
              <a:buNone/>
              <a:tabLst>
                <a:tab pos="0" algn="l"/>
              </a:tabLst>
            </a:pPr>
            <a:r>
              <a:rPr lang="en-US" sz="1800" b="1" u="none" strike="noStrike">
                <a:solidFill>
                  <a:schemeClr val="dk1"/>
                </a:solidFill>
                <a:effectLst/>
                <a:uFillTx/>
                <a:latin typeface="Calibri"/>
              </a:rPr>
              <a:t>Edit Master text styles</a:t>
            </a:r>
            <a:endParaRPr lang="en-US" sz="1800" b="0" u="none" strike="noStrike">
              <a:solidFill>
                <a:schemeClr val="dk1"/>
              </a:solidFill>
              <a:effectLst/>
              <a:uFillTx/>
              <a:latin typeface="Calibri"/>
            </a:endParaRPr>
          </a:p>
        </p:txBody>
      </p:sp>
      <p:sp>
        <p:nvSpPr>
          <p:cNvPr id="35" name="PlaceHolder 3"/>
          <p:cNvSpPr>
            <a:spLocks noGrp="1"/>
          </p:cNvSpPr>
          <p:nvPr>
            <p:ph type="body"/>
          </p:nvPr>
        </p:nvSpPr>
        <p:spPr>
          <a:xfrm>
            <a:off x="630000" y="1878840"/>
            <a:ext cx="3867840" cy="2763000"/>
          </a:xfrm>
          <a:prstGeom prst="rect">
            <a:avLst/>
          </a:prstGeom>
          <a:noFill/>
          <a:ln w="0">
            <a:noFill/>
          </a:ln>
        </p:spPr>
        <p:txBody>
          <a:bodyPr lIns="91440" tIns="45720" rIns="91440" bIns="45720" anchor="t">
            <a:noAutofit/>
          </a:bodyPr>
          <a:lstStyle>
            <a:lvl1pPr algn="l" defTabSz="685800">
              <a:lnSpc>
                <a:spcPct val="90000"/>
              </a:lnSpc>
              <a:spcBef>
                <a:spcPts val="751"/>
              </a:spcBef>
              <a:buClr>
                <a:srgbClr val="000000"/>
              </a:buClr>
              <a:buFont typeface="Arial"/>
              <a:buChar char="•"/>
              <a:tabLst>
                <a:tab pos="0" algn="l"/>
              </a:tabLst>
              <a:defRPr lang="en-US" sz="2100" b="0" u="none" strike="noStrike">
                <a:solidFill>
                  <a:schemeClr val="dk1"/>
                </a:solidFill>
                <a:effectLst/>
                <a:uFillTx/>
                <a:latin typeface="Calibri"/>
              </a:defRPr>
            </a:lvl1pPr>
            <a:lvl2pPr lvl="1" algn="l" defTabSz="685800">
              <a:lnSpc>
                <a:spcPct val="90000"/>
              </a:lnSpc>
              <a:spcBef>
                <a:spcPts val="374"/>
              </a:spcBef>
              <a:buClr>
                <a:srgbClr val="000000"/>
              </a:buClr>
              <a:buFont typeface="Arial"/>
              <a:buChar char="•"/>
              <a:tabLst>
                <a:tab pos="0" algn="l"/>
              </a:tabLst>
              <a:defRPr lang="en-US" sz="1800" b="0" u="none" strike="noStrike">
                <a:solidFill>
                  <a:schemeClr val="dk1"/>
                </a:solidFill>
                <a:effectLst/>
                <a:uFillTx/>
                <a:latin typeface="Calibri"/>
              </a:defRPr>
            </a:lvl2pPr>
            <a:lvl3pPr lvl="2" algn="l" defTabSz="685800">
              <a:lnSpc>
                <a:spcPct val="90000"/>
              </a:lnSpc>
              <a:spcBef>
                <a:spcPts val="374"/>
              </a:spcBef>
              <a:buClr>
                <a:srgbClr val="000000"/>
              </a:buClr>
              <a:buFont typeface="Arial"/>
              <a:buChar char="•"/>
              <a:tabLst>
                <a:tab pos="0" algn="l"/>
              </a:tabLst>
              <a:defRPr lang="en-US" sz="1500" b="0" u="none" strike="noStrike">
                <a:solidFill>
                  <a:schemeClr val="dk1"/>
                </a:solidFill>
                <a:effectLst/>
                <a:uFillTx/>
                <a:latin typeface="Calibri"/>
              </a:defRPr>
            </a:lvl3pPr>
            <a:lvl4pPr lvl="3" algn="l" defTabSz="685800">
              <a:lnSpc>
                <a:spcPct val="90000"/>
              </a:lnSpc>
              <a:spcBef>
                <a:spcPts val="374"/>
              </a:spcBef>
              <a:buClr>
                <a:srgbClr val="000000"/>
              </a:buClr>
              <a:buFont typeface="Arial"/>
              <a:buChar char="•"/>
              <a:tabLst>
                <a:tab pos="0" algn="l"/>
              </a:tabLst>
              <a:defRPr lang="en-US" sz="1350" b="0" u="none" strike="noStrike">
                <a:solidFill>
                  <a:schemeClr val="dk1"/>
                </a:solidFill>
                <a:effectLst/>
                <a:uFillTx/>
                <a:latin typeface="Calibri"/>
              </a:defRPr>
            </a:lvl4pPr>
            <a:lvl5pPr lvl="4" algn="l" defTabSz="685800">
              <a:lnSpc>
                <a:spcPct val="90000"/>
              </a:lnSpc>
              <a:spcBef>
                <a:spcPts val="374"/>
              </a:spcBef>
              <a:buClr>
                <a:srgbClr val="000000"/>
              </a:buClr>
              <a:buFont typeface="Arial"/>
              <a:buChar char="•"/>
              <a:tabLst>
                <a:tab pos="0" algn="l"/>
              </a:tabLst>
              <a:defRPr lang="en-US" sz="1350" b="0" u="none" strike="noStrike">
                <a:solidFill>
                  <a:schemeClr val="dk1"/>
                </a:solidFill>
                <a:effectLst/>
                <a:uFillTx/>
                <a:latin typeface="Calibri"/>
              </a:defRPr>
            </a:lvl5pPr>
          </a:lstStyle>
          <a:p>
            <a:pPr marL="171360" indent="-171360" algn="l" defTabSz="685800">
              <a:lnSpc>
                <a:spcPct val="90000"/>
              </a:lnSpc>
              <a:spcBef>
                <a:spcPts val="751"/>
              </a:spcBef>
              <a:buClr>
                <a:srgbClr val="000000"/>
              </a:buClr>
              <a:buFont typeface="Arial"/>
              <a:buChar char="•"/>
              <a:tabLst>
                <a:tab pos="0" algn="l"/>
              </a:tabLst>
            </a:pPr>
            <a:r>
              <a:rPr lang="en-US" sz="2100" b="0" u="none" strike="noStrike">
                <a:solidFill>
                  <a:schemeClr val="dk1"/>
                </a:solidFill>
                <a:effectLst/>
                <a:uFillTx/>
                <a:latin typeface="Calibri"/>
              </a:rPr>
              <a:t>Edit Master text styles</a:t>
            </a:r>
            <a:endParaRPr lang="en-US" sz="2100" b="0" u="none" strike="noStrike">
              <a:solidFill>
                <a:schemeClr val="dk1"/>
              </a:solidFill>
              <a:effectLst/>
              <a:uFillTx/>
              <a:latin typeface="Calibri"/>
            </a:endParaRPr>
          </a:p>
          <a:p>
            <a:pPr marL="514440" lvl="1" indent="-171360" algn="l" defTabSz="685800">
              <a:lnSpc>
                <a:spcPct val="90000"/>
              </a:lnSpc>
              <a:spcBef>
                <a:spcPts val="374"/>
              </a:spcBef>
              <a:buClr>
                <a:srgbClr val="000000"/>
              </a:buClr>
              <a:buFont typeface="Arial"/>
              <a:buChar char="•"/>
              <a:tabLst>
                <a:tab pos="0" algn="l"/>
              </a:tabLst>
            </a:pPr>
            <a:r>
              <a:rPr lang="en-US" sz="1800" b="0" u="none" strike="noStrike">
                <a:solidFill>
                  <a:schemeClr val="dk1"/>
                </a:solidFill>
                <a:effectLst/>
                <a:uFillTx/>
                <a:latin typeface="Calibri"/>
              </a:rPr>
              <a:t>Second level</a:t>
            </a:r>
            <a:endParaRPr lang="en-US" sz="1800" b="0" u="none" strike="noStrike">
              <a:solidFill>
                <a:schemeClr val="dk1"/>
              </a:solidFill>
              <a:effectLst/>
              <a:uFillTx/>
              <a:latin typeface="Calibri"/>
            </a:endParaRPr>
          </a:p>
          <a:p>
            <a:pPr marL="857160" lvl="2" indent="-171360" algn="l" defTabSz="685800">
              <a:lnSpc>
                <a:spcPct val="90000"/>
              </a:lnSpc>
              <a:spcBef>
                <a:spcPts val="374"/>
              </a:spcBef>
              <a:buClr>
                <a:srgbClr val="000000"/>
              </a:buClr>
              <a:buFont typeface="Arial"/>
              <a:buChar char="•"/>
              <a:tabLst>
                <a:tab pos="0" algn="l"/>
              </a:tabLst>
            </a:pPr>
            <a:r>
              <a:rPr lang="en-US" sz="1500" b="0" u="none" strike="noStrike">
                <a:solidFill>
                  <a:schemeClr val="dk1"/>
                </a:solidFill>
                <a:effectLst/>
                <a:uFillTx/>
                <a:latin typeface="Calibri"/>
              </a:rPr>
              <a:t>Third level</a:t>
            </a:r>
            <a:endParaRPr lang="en-US" sz="1500" b="0" u="none" strike="noStrike">
              <a:solidFill>
                <a:schemeClr val="dk1"/>
              </a:solidFill>
              <a:effectLst/>
              <a:uFillTx/>
              <a:latin typeface="Calibri"/>
            </a:endParaRPr>
          </a:p>
          <a:p>
            <a:pPr marL="1200240" lvl="3" indent="-171360" algn="l" defTabSz="685800">
              <a:lnSpc>
                <a:spcPct val="90000"/>
              </a:lnSpc>
              <a:spcBef>
                <a:spcPts val="374"/>
              </a:spcBef>
              <a:buClr>
                <a:srgbClr val="000000"/>
              </a:buClr>
              <a:buFont typeface="Arial"/>
              <a:buChar char="•"/>
              <a:tabLst>
                <a:tab pos="0" algn="l"/>
              </a:tabLst>
            </a:pPr>
            <a:r>
              <a:rPr lang="en-US" sz="1350" b="0" u="none" strike="noStrike">
                <a:solidFill>
                  <a:schemeClr val="dk1"/>
                </a:solidFill>
                <a:effectLst/>
                <a:uFillTx/>
                <a:latin typeface="Calibri"/>
              </a:rPr>
              <a:t>Fourth level</a:t>
            </a:r>
            <a:endParaRPr lang="en-US" sz="1350" b="0" u="none" strike="noStrike">
              <a:solidFill>
                <a:schemeClr val="dk1"/>
              </a:solidFill>
              <a:effectLst/>
              <a:uFillTx/>
              <a:latin typeface="Calibri"/>
            </a:endParaRPr>
          </a:p>
          <a:p>
            <a:pPr marL="1542960" lvl="4" indent="-171360" algn="l" defTabSz="685800">
              <a:lnSpc>
                <a:spcPct val="90000"/>
              </a:lnSpc>
              <a:spcBef>
                <a:spcPts val="374"/>
              </a:spcBef>
              <a:buClr>
                <a:srgbClr val="000000"/>
              </a:buClr>
              <a:buFont typeface="Arial"/>
              <a:buChar char="•"/>
              <a:tabLst>
                <a:tab pos="0" algn="l"/>
              </a:tabLst>
            </a:pPr>
            <a:r>
              <a:rPr lang="en-US" sz="1350" b="0" u="none" strike="noStrike">
                <a:solidFill>
                  <a:schemeClr val="dk1"/>
                </a:solidFill>
                <a:effectLst/>
                <a:uFillTx/>
                <a:latin typeface="Calibri"/>
              </a:rPr>
              <a:t>Fifth level</a:t>
            </a:r>
            <a:endParaRPr lang="en-US" sz="1350" b="0" u="none" strike="noStrike">
              <a:solidFill>
                <a:schemeClr val="dk1"/>
              </a:solidFill>
              <a:effectLst/>
              <a:uFillTx/>
              <a:latin typeface="Calibri"/>
            </a:endParaRPr>
          </a:p>
        </p:txBody>
      </p:sp>
      <p:sp>
        <p:nvSpPr>
          <p:cNvPr id="36" name="PlaceHolder 4"/>
          <p:cNvSpPr>
            <a:spLocks noGrp="1"/>
          </p:cNvSpPr>
          <p:nvPr>
            <p:ph type="body"/>
          </p:nvPr>
        </p:nvSpPr>
        <p:spPr>
          <a:xfrm>
            <a:off x="4629240" y="1260720"/>
            <a:ext cx="3886920" cy="617400"/>
          </a:xfrm>
          <a:prstGeom prst="rect">
            <a:avLst/>
          </a:prstGeom>
          <a:noFill/>
          <a:ln w="0">
            <a:noFill/>
          </a:ln>
        </p:spPr>
        <p:txBody>
          <a:bodyPr lIns="91440" tIns="45720" rIns="91440" bIns="45720" anchor="b">
            <a:noAutofit/>
          </a:bodyPr>
          <a:lstStyle>
            <a:lvl1pPr indent="0" algn="l" defTabSz="685800">
              <a:lnSpc>
                <a:spcPct val="90000"/>
              </a:lnSpc>
              <a:spcBef>
                <a:spcPts val="751"/>
              </a:spcBef>
              <a:buNone/>
              <a:tabLst>
                <a:tab pos="0" algn="l"/>
              </a:tabLst>
              <a:defRPr lang="en-US" sz="1800" b="1" u="none" strike="noStrike">
                <a:solidFill>
                  <a:schemeClr val="dk1"/>
                </a:solidFill>
                <a:effectLst/>
                <a:uFillTx/>
                <a:latin typeface="Calibri"/>
              </a:defRPr>
            </a:lvl1pPr>
          </a:lstStyle>
          <a:p>
            <a:pPr indent="0" algn="l" defTabSz="685800">
              <a:lnSpc>
                <a:spcPct val="90000"/>
              </a:lnSpc>
              <a:spcBef>
                <a:spcPts val="751"/>
              </a:spcBef>
              <a:buNone/>
              <a:tabLst>
                <a:tab pos="0" algn="l"/>
              </a:tabLst>
            </a:pPr>
            <a:r>
              <a:rPr lang="en-US" sz="1800" b="1" u="none" strike="noStrike">
                <a:solidFill>
                  <a:schemeClr val="dk1"/>
                </a:solidFill>
                <a:effectLst/>
                <a:uFillTx/>
                <a:latin typeface="Calibri"/>
              </a:rPr>
              <a:t>Edit Master text styles</a:t>
            </a:r>
            <a:endParaRPr lang="en-US" sz="1800" b="0" u="none" strike="noStrike">
              <a:solidFill>
                <a:schemeClr val="dk1"/>
              </a:solidFill>
              <a:effectLst/>
              <a:uFillTx/>
              <a:latin typeface="Calibri"/>
            </a:endParaRPr>
          </a:p>
        </p:txBody>
      </p:sp>
      <p:sp>
        <p:nvSpPr>
          <p:cNvPr id="37" name="PlaceHolder 5"/>
          <p:cNvSpPr>
            <a:spLocks noGrp="1"/>
          </p:cNvSpPr>
          <p:nvPr>
            <p:ph type="body"/>
          </p:nvPr>
        </p:nvSpPr>
        <p:spPr>
          <a:xfrm>
            <a:off x="4629240" y="1878840"/>
            <a:ext cx="3886920" cy="2763000"/>
          </a:xfrm>
          <a:prstGeom prst="rect">
            <a:avLst/>
          </a:prstGeom>
          <a:noFill/>
          <a:ln w="0">
            <a:noFill/>
          </a:ln>
        </p:spPr>
        <p:txBody>
          <a:bodyPr lIns="91440" tIns="45720" rIns="91440" bIns="45720" anchor="t">
            <a:noAutofit/>
          </a:bodyPr>
          <a:lstStyle>
            <a:lvl1pPr algn="l" defTabSz="685800">
              <a:lnSpc>
                <a:spcPct val="90000"/>
              </a:lnSpc>
              <a:spcBef>
                <a:spcPts val="751"/>
              </a:spcBef>
              <a:buClr>
                <a:srgbClr val="000000"/>
              </a:buClr>
              <a:buFont typeface="Arial"/>
              <a:buChar char="•"/>
              <a:tabLst>
                <a:tab pos="0" algn="l"/>
              </a:tabLst>
              <a:defRPr lang="en-US" sz="2100" b="0" u="none" strike="noStrike">
                <a:solidFill>
                  <a:schemeClr val="dk1"/>
                </a:solidFill>
                <a:effectLst/>
                <a:uFillTx/>
                <a:latin typeface="Calibri"/>
              </a:defRPr>
            </a:lvl1pPr>
            <a:lvl2pPr lvl="1" algn="l" defTabSz="685800">
              <a:lnSpc>
                <a:spcPct val="90000"/>
              </a:lnSpc>
              <a:spcBef>
                <a:spcPts val="374"/>
              </a:spcBef>
              <a:buClr>
                <a:srgbClr val="000000"/>
              </a:buClr>
              <a:buFont typeface="Arial"/>
              <a:buChar char="•"/>
              <a:tabLst>
                <a:tab pos="0" algn="l"/>
              </a:tabLst>
              <a:defRPr lang="en-US" sz="1800" b="0" u="none" strike="noStrike">
                <a:solidFill>
                  <a:schemeClr val="dk1"/>
                </a:solidFill>
                <a:effectLst/>
                <a:uFillTx/>
                <a:latin typeface="Calibri"/>
              </a:defRPr>
            </a:lvl2pPr>
            <a:lvl3pPr lvl="2" algn="l" defTabSz="685800">
              <a:lnSpc>
                <a:spcPct val="90000"/>
              </a:lnSpc>
              <a:spcBef>
                <a:spcPts val="374"/>
              </a:spcBef>
              <a:buClr>
                <a:srgbClr val="000000"/>
              </a:buClr>
              <a:buFont typeface="Arial"/>
              <a:buChar char="•"/>
              <a:tabLst>
                <a:tab pos="0" algn="l"/>
              </a:tabLst>
              <a:defRPr lang="en-US" sz="1500" b="0" u="none" strike="noStrike">
                <a:solidFill>
                  <a:schemeClr val="dk1"/>
                </a:solidFill>
                <a:effectLst/>
                <a:uFillTx/>
                <a:latin typeface="Calibri"/>
              </a:defRPr>
            </a:lvl3pPr>
            <a:lvl4pPr lvl="3" algn="l" defTabSz="685800">
              <a:lnSpc>
                <a:spcPct val="90000"/>
              </a:lnSpc>
              <a:spcBef>
                <a:spcPts val="374"/>
              </a:spcBef>
              <a:buClr>
                <a:srgbClr val="000000"/>
              </a:buClr>
              <a:buFont typeface="Arial"/>
              <a:buChar char="•"/>
              <a:tabLst>
                <a:tab pos="0" algn="l"/>
              </a:tabLst>
              <a:defRPr lang="en-US" sz="1350" b="0" u="none" strike="noStrike">
                <a:solidFill>
                  <a:schemeClr val="dk1"/>
                </a:solidFill>
                <a:effectLst/>
                <a:uFillTx/>
                <a:latin typeface="Calibri"/>
              </a:defRPr>
            </a:lvl4pPr>
            <a:lvl5pPr lvl="4" algn="l" defTabSz="685800">
              <a:lnSpc>
                <a:spcPct val="90000"/>
              </a:lnSpc>
              <a:spcBef>
                <a:spcPts val="374"/>
              </a:spcBef>
              <a:buClr>
                <a:srgbClr val="000000"/>
              </a:buClr>
              <a:buFont typeface="Arial"/>
              <a:buChar char="•"/>
              <a:tabLst>
                <a:tab pos="0" algn="l"/>
              </a:tabLst>
              <a:defRPr lang="en-US" sz="1350" b="0" u="none" strike="noStrike">
                <a:solidFill>
                  <a:schemeClr val="dk1"/>
                </a:solidFill>
                <a:effectLst/>
                <a:uFillTx/>
                <a:latin typeface="Calibri"/>
              </a:defRPr>
            </a:lvl5pPr>
          </a:lstStyle>
          <a:p>
            <a:pPr marL="171360" indent="-171360" algn="l" defTabSz="685800">
              <a:lnSpc>
                <a:spcPct val="90000"/>
              </a:lnSpc>
              <a:spcBef>
                <a:spcPts val="751"/>
              </a:spcBef>
              <a:buClr>
                <a:srgbClr val="000000"/>
              </a:buClr>
              <a:buFont typeface="Arial"/>
              <a:buChar char="•"/>
              <a:tabLst>
                <a:tab pos="0" algn="l"/>
              </a:tabLst>
            </a:pPr>
            <a:r>
              <a:rPr lang="en-US" sz="2100" b="0" u="none" strike="noStrike">
                <a:solidFill>
                  <a:schemeClr val="dk1"/>
                </a:solidFill>
                <a:effectLst/>
                <a:uFillTx/>
                <a:latin typeface="Calibri"/>
              </a:rPr>
              <a:t>Edit Master text styles</a:t>
            </a:r>
            <a:endParaRPr lang="en-US" sz="2100" b="0" u="none" strike="noStrike">
              <a:solidFill>
                <a:schemeClr val="dk1"/>
              </a:solidFill>
              <a:effectLst/>
              <a:uFillTx/>
              <a:latin typeface="Calibri"/>
            </a:endParaRPr>
          </a:p>
          <a:p>
            <a:pPr marL="514440" lvl="1" indent="-171360" algn="l" defTabSz="685800">
              <a:lnSpc>
                <a:spcPct val="90000"/>
              </a:lnSpc>
              <a:spcBef>
                <a:spcPts val="374"/>
              </a:spcBef>
              <a:buClr>
                <a:srgbClr val="000000"/>
              </a:buClr>
              <a:buFont typeface="Arial"/>
              <a:buChar char="•"/>
              <a:tabLst>
                <a:tab pos="0" algn="l"/>
              </a:tabLst>
            </a:pPr>
            <a:r>
              <a:rPr lang="en-US" sz="1800" b="0" u="none" strike="noStrike">
                <a:solidFill>
                  <a:schemeClr val="dk1"/>
                </a:solidFill>
                <a:effectLst/>
                <a:uFillTx/>
                <a:latin typeface="Calibri"/>
              </a:rPr>
              <a:t>Second level</a:t>
            </a:r>
            <a:endParaRPr lang="en-US" sz="1800" b="0" u="none" strike="noStrike">
              <a:solidFill>
                <a:schemeClr val="dk1"/>
              </a:solidFill>
              <a:effectLst/>
              <a:uFillTx/>
              <a:latin typeface="Calibri"/>
            </a:endParaRPr>
          </a:p>
          <a:p>
            <a:pPr marL="857160" lvl="2" indent="-171360" algn="l" defTabSz="685800">
              <a:lnSpc>
                <a:spcPct val="90000"/>
              </a:lnSpc>
              <a:spcBef>
                <a:spcPts val="374"/>
              </a:spcBef>
              <a:buClr>
                <a:srgbClr val="000000"/>
              </a:buClr>
              <a:buFont typeface="Arial"/>
              <a:buChar char="•"/>
              <a:tabLst>
                <a:tab pos="0" algn="l"/>
              </a:tabLst>
            </a:pPr>
            <a:r>
              <a:rPr lang="en-US" sz="1500" b="0" u="none" strike="noStrike">
                <a:solidFill>
                  <a:schemeClr val="dk1"/>
                </a:solidFill>
                <a:effectLst/>
                <a:uFillTx/>
                <a:latin typeface="Calibri"/>
              </a:rPr>
              <a:t>Third level</a:t>
            </a:r>
            <a:endParaRPr lang="en-US" sz="1500" b="0" u="none" strike="noStrike">
              <a:solidFill>
                <a:schemeClr val="dk1"/>
              </a:solidFill>
              <a:effectLst/>
              <a:uFillTx/>
              <a:latin typeface="Calibri"/>
            </a:endParaRPr>
          </a:p>
          <a:p>
            <a:pPr marL="1200240" lvl="3" indent="-171360" algn="l" defTabSz="685800">
              <a:lnSpc>
                <a:spcPct val="90000"/>
              </a:lnSpc>
              <a:spcBef>
                <a:spcPts val="374"/>
              </a:spcBef>
              <a:buClr>
                <a:srgbClr val="000000"/>
              </a:buClr>
              <a:buFont typeface="Arial"/>
              <a:buChar char="•"/>
              <a:tabLst>
                <a:tab pos="0" algn="l"/>
              </a:tabLst>
            </a:pPr>
            <a:r>
              <a:rPr lang="en-US" sz="1350" b="0" u="none" strike="noStrike">
                <a:solidFill>
                  <a:schemeClr val="dk1"/>
                </a:solidFill>
                <a:effectLst/>
                <a:uFillTx/>
                <a:latin typeface="Calibri"/>
              </a:rPr>
              <a:t>Fourth level</a:t>
            </a:r>
            <a:endParaRPr lang="en-US" sz="1350" b="0" u="none" strike="noStrike">
              <a:solidFill>
                <a:schemeClr val="dk1"/>
              </a:solidFill>
              <a:effectLst/>
              <a:uFillTx/>
              <a:latin typeface="Calibri"/>
            </a:endParaRPr>
          </a:p>
          <a:p>
            <a:pPr marL="1542960" lvl="4" indent="-171360" algn="l" defTabSz="685800">
              <a:lnSpc>
                <a:spcPct val="90000"/>
              </a:lnSpc>
              <a:spcBef>
                <a:spcPts val="374"/>
              </a:spcBef>
              <a:buClr>
                <a:srgbClr val="000000"/>
              </a:buClr>
              <a:buFont typeface="Arial"/>
              <a:buChar char="•"/>
              <a:tabLst>
                <a:tab pos="0" algn="l"/>
              </a:tabLst>
            </a:pPr>
            <a:r>
              <a:rPr lang="en-US" sz="1350" b="0" u="none" strike="noStrike">
                <a:solidFill>
                  <a:schemeClr val="dk1"/>
                </a:solidFill>
                <a:effectLst/>
                <a:uFillTx/>
                <a:latin typeface="Calibri"/>
              </a:rPr>
              <a:t>Fifth level</a:t>
            </a:r>
            <a:endParaRPr lang="en-US" sz="1350" b="0" u="none" strike="noStrike">
              <a:solidFill>
                <a:schemeClr val="dk1"/>
              </a:solidFill>
              <a:effectLst/>
              <a:uFillTx/>
              <a:latin typeface="Calibri"/>
            </a:endParaRPr>
          </a:p>
        </p:txBody>
      </p:sp>
      <p:sp>
        <p:nvSpPr>
          <p:cNvPr id="38" name="PlaceHolder 6"/>
          <p:cNvSpPr>
            <a:spLocks noGrp="1"/>
          </p:cNvSpPr>
          <p:nvPr>
            <p:ph type="dt" idx="19"/>
          </p:nvPr>
        </p:nvSpPr>
        <p:spPr>
          <a:xfrm>
            <a:off x="628560" y="4767120"/>
            <a:ext cx="2057040" cy="273600"/>
          </a:xfrm>
          <a:prstGeom prst="rect">
            <a:avLst/>
          </a:prstGeom>
          <a:noFill/>
          <a:ln w="0">
            <a:noFill/>
          </a:ln>
        </p:spPr>
        <p:txBody>
          <a:bodyPr lIns="91440" tIns="45720" rIns="91440" bIns="45720" anchor="ctr">
            <a:noAutofit/>
          </a:bodyPr>
          <a:lstStyle>
            <a:lvl1pPr indent="0" algn="l" defTabSz="457200">
              <a:lnSpc>
                <a:spcPct val="100000"/>
              </a:lnSpc>
              <a:buNone/>
              <a:defRPr lang="en-IN" sz="900" b="0" u="none" strike="noStrike">
                <a:solidFill>
                  <a:schemeClr val="dk1">
                    <a:tint val="75000"/>
                  </a:schemeClr>
                </a:solidFill>
                <a:effectLst/>
                <a:uFillTx/>
                <a:latin typeface="Calibri"/>
              </a:defRPr>
            </a:lvl1pPr>
          </a:lstStyle>
          <a:p>
            <a:pPr indent="0" algn="l" defTabSz="457200">
              <a:lnSpc>
                <a:spcPct val="100000"/>
              </a:lnSpc>
              <a:buNone/>
            </a:pPr>
            <a:r>
              <a:rPr lang="en-IN" sz="900" b="0" u="none" strike="noStrike">
                <a:solidFill>
                  <a:schemeClr val="dk1">
                    <a:tint val="75000"/>
                  </a:schemeClr>
                </a:solidFill>
                <a:effectLst/>
                <a:uFillTx/>
                <a:latin typeface="Calibri"/>
              </a:rPr>
              <a:t>&lt;date/time&gt;</a:t>
            </a:r>
            <a:endParaRPr lang="en-IN" sz="900" b="0" u="none" strike="noStrike">
              <a:solidFill>
                <a:srgbClr val="000000"/>
              </a:solidFill>
              <a:effectLst/>
              <a:uFillTx/>
              <a:latin typeface="Times New Roman"/>
            </a:endParaRPr>
          </a:p>
        </p:txBody>
      </p:sp>
      <p:sp>
        <p:nvSpPr>
          <p:cNvPr id="39" name="PlaceHolder 7"/>
          <p:cNvSpPr>
            <a:spLocks noGrp="1"/>
          </p:cNvSpPr>
          <p:nvPr>
            <p:ph type="ftr" idx="20"/>
          </p:nvPr>
        </p:nvSpPr>
        <p:spPr>
          <a:xfrm>
            <a:off x="3029040" y="4767120"/>
            <a:ext cx="3085920" cy="273600"/>
          </a:xfrm>
          <a:prstGeom prst="rect">
            <a:avLst/>
          </a:prstGeom>
          <a:noFill/>
          <a:ln w="0">
            <a:noFill/>
          </a:ln>
        </p:spPr>
        <p:txBody>
          <a:bodyPr lIns="91440" tIns="45720" rIns="91440" bIns="45720" anchor="ctr">
            <a:noAutofit/>
          </a:bodyPr>
          <a:lstStyle>
            <a:lvl1pPr indent="0" algn="ctr">
              <a:buNone/>
              <a:defRPr lang="en-IN" sz="1400" b="0" u="none" strike="noStrike">
                <a:solidFill>
                  <a:srgbClr val="000000"/>
                </a:solidFill>
                <a:effectLst/>
                <a:uFillTx/>
                <a:latin typeface="Times New Roman"/>
              </a:defRPr>
            </a:lvl1pPr>
          </a:lstStyle>
          <a:p>
            <a:pPr indent="0" algn="ctr">
              <a:buNone/>
            </a:pPr>
            <a:r>
              <a:rPr lang="en-IN" sz="1400" b="0" u="none" strike="noStrike">
                <a:solidFill>
                  <a:srgbClr val="000000"/>
                </a:solidFill>
                <a:effectLst/>
                <a:uFillTx/>
                <a:latin typeface="Times New Roman"/>
              </a:rPr>
              <a:t>&lt;footer&gt;</a:t>
            </a:r>
            <a:endParaRPr lang="en-IN" sz="1400" b="0" u="none" strike="noStrike">
              <a:solidFill>
                <a:srgbClr val="000000"/>
              </a:solidFill>
              <a:effectLst/>
              <a:uFillTx/>
              <a:latin typeface="Times New Roman"/>
            </a:endParaRPr>
          </a:p>
        </p:txBody>
      </p:sp>
      <p:sp>
        <p:nvSpPr>
          <p:cNvPr id="40" name="PlaceHolder 8"/>
          <p:cNvSpPr>
            <a:spLocks noGrp="1"/>
          </p:cNvSpPr>
          <p:nvPr>
            <p:ph type="sldNum" idx="21"/>
          </p:nvPr>
        </p:nvSpPr>
        <p:spPr>
          <a:xfrm>
            <a:off x="6458040" y="4767120"/>
            <a:ext cx="2057040" cy="273600"/>
          </a:xfrm>
          <a:prstGeom prst="rect">
            <a:avLst/>
          </a:prstGeom>
          <a:noFill/>
          <a:ln w="0">
            <a:noFill/>
          </a:ln>
        </p:spPr>
        <p:txBody>
          <a:bodyPr lIns="91440" tIns="45720" rIns="91440" bIns="45720" anchor="ctr">
            <a:noAutofit/>
          </a:bodyPr>
          <a:lstStyle>
            <a:lvl1pPr indent="0" algn="r" defTabSz="457200">
              <a:lnSpc>
                <a:spcPct val="100000"/>
              </a:lnSpc>
              <a:buNone/>
              <a:defRPr lang="en-IN" sz="900" b="0" u="none" strike="noStrike">
                <a:solidFill>
                  <a:schemeClr val="dk1">
                    <a:tint val="75000"/>
                  </a:schemeClr>
                </a:solidFill>
                <a:effectLst/>
                <a:uFillTx/>
                <a:latin typeface="Calibri"/>
              </a:defRPr>
            </a:lvl1pPr>
          </a:lstStyle>
          <a:p>
            <a:pPr indent="0" algn="r" defTabSz="457200">
              <a:lnSpc>
                <a:spcPct val="100000"/>
              </a:lnSpc>
              <a:buNone/>
            </a:pPr>
            <a:fld id="{183E7A0B-030B-4C6C-813F-89D21F9E14FA}" type="slidenum">
              <a:rPr lang="en-IN" sz="900" b="0" u="none" strike="noStrike">
                <a:solidFill>
                  <a:schemeClr val="dk1">
                    <a:tint val="75000"/>
                  </a:schemeClr>
                </a:solidFill>
                <a:effectLst/>
                <a:uFillTx/>
                <a:latin typeface="Calibri"/>
              </a:rPr>
              <a:t>&lt;number&gt;</a:t>
            </a:fld>
            <a:endParaRPr lang="en-IN" sz="900" b="0" u="none" strike="noStrike">
              <a:solidFill>
                <a:srgbClr val="000000"/>
              </a:solidFill>
              <a:effectLst/>
              <a:uFillTx/>
              <a:latin typeface="Times New Roman"/>
            </a:endParaRPr>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bg>
      <p:bgPr>
        <a:solidFill>
          <a:srgbClr val="FFFFFF"/>
        </a:solidFill>
      </p:bgPr>
    </p:bg>
    <p:spTree>
      <p:nvGrpSpPr>
        <p:cNvPr id="1" name=""/>
        <p:cNvGrpSpPr/>
        <p:nvPr/>
      </p:nvGrpSpPr>
      <p:grpSpPr>
        <a:xfrm>
          <a:off x="0" y="0"/>
          <a:ext cx="0" cy="0"/>
          <a:chOff x="0" y="0"/>
          <a:chExt cx="0" cy="0"/>
        </a:xfrm>
      </p:grpSpPr>
      <p:sp>
        <p:nvSpPr>
          <p:cNvPr id="41" name="PlaceHolder 1"/>
          <p:cNvSpPr>
            <a:spLocks noGrp="1"/>
          </p:cNvSpPr>
          <p:nvPr>
            <p:ph type="title"/>
          </p:nvPr>
        </p:nvSpPr>
        <p:spPr>
          <a:xfrm>
            <a:off x="628560" y="273960"/>
            <a:ext cx="7886520" cy="993960"/>
          </a:xfrm>
          <a:prstGeom prst="rect">
            <a:avLst/>
          </a:prstGeom>
          <a:noFill/>
          <a:ln w="0">
            <a:noFill/>
          </a:ln>
        </p:spPr>
        <p:txBody>
          <a:bodyPr lIns="91440" tIns="45720" rIns="91440" bIns="45720" anchor="ctr">
            <a:noAutofit/>
          </a:bodyPr>
          <a:lstStyle>
            <a:lvl1pPr indent="0" algn="l" defTabSz="685800">
              <a:lnSpc>
                <a:spcPct val="90000"/>
              </a:lnSpc>
              <a:buNone/>
              <a:defRPr lang="en-US" sz="3300" b="0" u="none" strike="noStrike">
                <a:solidFill>
                  <a:schemeClr val="dk1"/>
                </a:solidFill>
                <a:effectLst/>
                <a:uFillTx/>
                <a:latin typeface="Calibri Light"/>
              </a:defRPr>
            </a:lvl1pPr>
          </a:lstStyle>
          <a:p>
            <a:pPr indent="0" algn="l" defTabSz="685800">
              <a:lnSpc>
                <a:spcPct val="90000"/>
              </a:lnSpc>
              <a:buNone/>
            </a:pPr>
            <a:r>
              <a:rPr lang="en-US" sz="3300" b="0" u="none" strike="noStrike">
                <a:solidFill>
                  <a:schemeClr val="dk1"/>
                </a:solidFill>
                <a:effectLst/>
                <a:uFillTx/>
                <a:latin typeface="Calibri Light"/>
              </a:rPr>
              <a:t>Click to edit Master title style</a:t>
            </a:r>
            <a:endParaRPr lang="en-US" sz="3300" b="0" u="none" strike="noStrike">
              <a:solidFill>
                <a:schemeClr val="dk1"/>
              </a:solidFill>
              <a:effectLst/>
              <a:uFillTx/>
              <a:latin typeface="Calibri Light"/>
            </a:endParaRPr>
          </a:p>
        </p:txBody>
      </p:sp>
      <p:sp>
        <p:nvSpPr>
          <p:cNvPr id="42" name="PlaceHolder 2"/>
          <p:cNvSpPr>
            <a:spLocks noGrp="1"/>
          </p:cNvSpPr>
          <p:nvPr>
            <p:ph type="dt" idx="22"/>
          </p:nvPr>
        </p:nvSpPr>
        <p:spPr>
          <a:xfrm>
            <a:off x="628560" y="4767120"/>
            <a:ext cx="2057040" cy="273600"/>
          </a:xfrm>
          <a:prstGeom prst="rect">
            <a:avLst/>
          </a:prstGeom>
          <a:noFill/>
          <a:ln w="0">
            <a:noFill/>
          </a:ln>
        </p:spPr>
        <p:txBody>
          <a:bodyPr lIns="91440" tIns="45720" rIns="91440" bIns="45720" anchor="ctr">
            <a:noAutofit/>
          </a:bodyPr>
          <a:lstStyle>
            <a:lvl1pPr indent="0" algn="l" defTabSz="457200">
              <a:lnSpc>
                <a:spcPct val="100000"/>
              </a:lnSpc>
              <a:buNone/>
              <a:defRPr lang="en-IN" sz="900" b="0" u="none" strike="noStrike">
                <a:solidFill>
                  <a:schemeClr val="dk1">
                    <a:tint val="75000"/>
                  </a:schemeClr>
                </a:solidFill>
                <a:effectLst/>
                <a:uFillTx/>
                <a:latin typeface="Calibri"/>
              </a:defRPr>
            </a:lvl1pPr>
          </a:lstStyle>
          <a:p>
            <a:pPr indent="0" algn="l" defTabSz="457200">
              <a:lnSpc>
                <a:spcPct val="100000"/>
              </a:lnSpc>
              <a:buNone/>
            </a:pPr>
            <a:r>
              <a:rPr lang="en-IN" sz="900" b="0" u="none" strike="noStrike">
                <a:solidFill>
                  <a:schemeClr val="dk1">
                    <a:tint val="75000"/>
                  </a:schemeClr>
                </a:solidFill>
                <a:effectLst/>
                <a:uFillTx/>
                <a:latin typeface="Calibri"/>
              </a:rPr>
              <a:t>&lt;date/time&gt;</a:t>
            </a:r>
            <a:endParaRPr lang="en-IN" sz="900" b="0" u="none" strike="noStrike">
              <a:solidFill>
                <a:srgbClr val="000000"/>
              </a:solidFill>
              <a:effectLst/>
              <a:uFillTx/>
              <a:latin typeface="Times New Roman"/>
            </a:endParaRPr>
          </a:p>
        </p:txBody>
      </p:sp>
      <p:sp>
        <p:nvSpPr>
          <p:cNvPr id="43" name="PlaceHolder 3"/>
          <p:cNvSpPr>
            <a:spLocks noGrp="1"/>
          </p:cNvSpPr>
          <p:nvPr>
            <p:ph type="ftr" idx="23"/>
          </p:nvPr>
        </p:nvSpPr>
        <p:spPr>
          <a:xfrm>
            <a:off x="3029040" y="4767120"/>
            <a:ext cx="3085920" cy="273600"/>
          </a:xfrm>
          <a:prstGeom prst="rect">
            <a:avLst/>
          </a:prstGeom>
          <a:noFill/>
          <a:ln w="0">
            <a:noFill/>
          </a:ln>
        </p:spPr>
        <p:txBody>
          <a:bodyPr lIns="91440" tIns="45720" rIns="91440" bIns="45720" anchor="ctr">
            <a:noAutofit/>
          </a:bodyPr>
          <a:lstStyle>
            <a:lvl1pPr indent="0" algn="ctr">
              <a:buNone/>
              <a:defRPr lang="en-IN" sz="1400" b="0" u="none" strike="noStrike">
                <a:solidFill>
                  <a:srgbClr val="000000"/>
                </a:solidFill>
                <a:effectLst/>
                <a:uFillTx/>
                <a:latin typeface="Times New Roman"/>
              </a:defRPr>
            </a:lvl1pPr>
          </a:lstStyle>
          <a:p>
            <a:pPr indent="0" algn="ctr">
              <a:buNone/>
            </a:pPr>
            <a:r>
              <a:rPr lang="en-IN" sz="1400" b="0" u="none" strike="noStrike">
                <a:solidFill>
                  <a:srgbClr val="000000"/>
                </a:solidFill>
                <a:effectLst/>
                <a:uFillTx/>
                <a:latin typeface="Times New Roman"/>
              </a:rPr>
              <a:t>&lt;footer&gt;</a:t>
            </a:r>
            <a:endParaRPr lang="en-IN" sz="1400" b="0" u="none" strike="noStrike">
              <a:solidFill>
                <a:srgbClr val="000000"/>
              </a:solidFill>
              <a:effectLst/>
              <a:uFillTx/>
              <a:latin typeface="Times New Roman"/>
            </a:endParaRPr>
          </a:p>
        </p:txBody>
      </p:sp>
      <p:sp>
        <p:nvSpPr>
          <p:cNvPr id="44" name="PlaceHolder 4"/>
          <p:cNvSpPr>
            <a:spLocks noGrp="1"/>
          </p:cNvSpPr>
          <p:nvPr>
            <p:ph type="sldNum" idx="24"/>
          </p:nvPr>
        </p:nvSpPr>
        <p:spPr>
          <a:xfrm>
            <a:off x="6458040" y="4767120"/>
            <a:ext cx="2057040" cy="273600"/>
          </a:xfrm>
          <a:prstGeom prst="rect">
            <a:avLst/>
          </a:prstGeom>
          <a:noFill/>
          <a:ln w="0">
            <a:noFill/>
          </a:ln>
        </p:spPr>
        <p:txBody>
          <a:bodyPr lIns="91440" tIns="45720" rIns="91440" bIns="45720" anchor="ctr">
            <a:noAutofit/>
          </a:bodyPr>
          <a:lstStyle>
            <a:lvl1pPr indent="0" algn="r" defTabSz="457200">
              <a:lnSpc>
                <a:spcPct val="100000"/>
              </a:lnSpc>
              <a:buNone/>
              <a:defRPr lang="en-IN" sz="900" b="0" u="none" strike="noStrike">
                <a:solidFill>
                  <a:schemeClr val="dk1">
                    <a:tint val="75000"/>
                  </a:schemeClr>
                </a:solidFill>
                <a:effectLst/>
                <a:uFillTx/>
                <a:latin typeface="Calibri"/>
              </a:defRPr>
            </a:lvl1pPr>
          </a:lstStyle>
          <a:p>
            <a:pPr indent="0" algn="r" defTabSz="457200">
              <a:lnSpc>
                <a:spcPct val="100000"/>
              </a:lnSpc>
              <a:buNone/>
            </a:pPr>
            <a:fld id="{2D8D5AD1-575B-49C2-950F-4EA488B94536}" type="slidenum">
              <a:rPr lang="en-IN" sz="900" b="0" u="none" strike="noStrike">
                <a:solidFill>
                  <a:schemeClr val="dk1">
                    <a:tint val="75000"/>
                  </a:schemeClr>
                </a:solidFill>
                <a:effectLst/>
                <a:uFillTx/>
                <a:latin typeface="Calibri"/>
              </a:rPr>
              <a:t>&lt;number&gt;</a:t>
            </a:fld>
            <a:endParaRPr lang="en-IN" sz="900" b="0" u="none" strike="noStrike">
              <a:solidFill>
                <a:srgbClr val="000000"/>
              </a:solidFill>
              <a:effectLst/>
              <a:uFillTx/>
              <a:latin typeface="Times New Roman"/>
            </a:endParaRPr>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p:bg>
      <p:bgPr>
        <a:solidFill>
          <a:srgbClr val="FFFFFF"/>
        </a:solidFill>
      </p:bgPr>
    </p:bg>
    <p:spTree>
      <p:nvGrpSpPr>
        <p:cNvPr id="1" name=""/>
        <p:cNvGrpSpPr/>
        <p:nvPr/>
      </p:nvGrpSpPr>
      <p:grpSpPr>
        <a:xfrm>
          <a:off x="0" y="0"/>
          <a:ext cx="0" cy="0"/>
          <a:chOff x="0" y="0"/>
          <a:chExt cx="0" cy="0"/>
        </a:xfrm>
      </p:grpSpPr>
      <p:sp>
        <p:nvSpPr>
          <p:cNvPr id="45" name="PlaceHolder 1"/>
          <p:cNvSpPr>
            <a:spLocks noGrp="1"/>
          </p:cNvSpPr>
          <p:nvPr>
            <p:ph type="dt" idx="25"/>
          </p:nvPr>
        </p:nvSpPr>
        <p:spPr>
          <a:xfrm>
            <a:off x="628560" y="4767120"/>
            <a:ext cx="2057040" cy="273600"/>
          </a:xfrm>
          <a:prstGeom prst="rect">
            <a:avLst/>
          </a:prstGeom>
          <a:noFill/>
          <a:ln w="0">
            <a:noFill/>
          </a:ln>
        </p:spPr>
        <p:txBody>
          <a:bodyPr lIns="91440" tIns="45720" rIns="91440" bIns="45720" anchor="ctr">
            <a:noAutofit/>
          </a:bodyPr>
          <a:lstStyle>
            <a:lvl1pPr indent="0" algn="l" defTabSz="457200">
              <a:lnSpc>
                <a:spcPct val="100000"/>
              </a:lnSpc>
              <a:buNone/>
              <a:defRPr lang="en-IN" sz="900" b="0" u="none" strike="noStrike">
                <a:solidFill>
                  <a:schemeClr val="dk1">
                    <a:tint val="75000"/>
                  </a:schemeClr>
                </a:solidFill>
                <a:effectLst/>
                <a:uFillTx/>
                <a:latin typeface="Calibri"/>
              </a:defRPr>
            </a:lvl1pPr>
          </a:lstStyle>
          <a:p>
            <a:pPr indent="0" algn="l" defTabSz="457200">
              <a:lnSpc>
                <a:spcPct val="100000"/>
              </a:lnSpc>
              <a:buNone/>
            </a:pPr>
            <a:r>
              <a:rPr lang="en-IN" sz="900" b="0" u="none" strike="noStrike">
                <a:solidFill>
                  <a:schemeClr val="dk1">
                    <a:tint val="75000"/>
                  </a:schemeClr>
                </a:solidFill>
                <a:effectLst/>
                <a:uFillTx/>
                <a:latin typeface="Calibri"/>
              </a:rPr>
              <a:t>&lt;date/time&gt;</a:t>
            </a:r>
            <a:endParaRPr lang="en-IN" sz="900" b="0" u="none" strike="noStrike">
              <a:solidFill>
                <a:srgbClr val="000000"/>
              </a:solidFill>
              <a:effectLst/>
              <a:uFillTx/>
              <a:latin typeface="Times New Roman"/>
            </a:endParaRPr>
          </a:p>
        </p:txBody>
      </p:sp>
      <p:sp>
        <p:nvSpPr>
          <p:cNvPr id="46" name="PlaceHolder 2"/>
          <p:cNvSpPr>
            <a:spLocks noGrp="1"/>
          </p:cNvSpPr>
          <p:nvPr>
            <p:ph type="ftr" idx="26"/>
          </p:nvPr>
        </p:nvSpPr>
        <p:spPr>
          <a:xfrm>
            <a:off x="3029040" y="4767120"/>
            <a:ext cx="3085920" cy="273600"/>
          </a:xfrm>
          <a:prstGeom prst="rect">
            <a:avLst/>
          </a:prstGeom>
          <a:noFill/>
          <a:ln w="0">
            <a:noFill/>
          </a:ln>
        </p:spPr>
        <p:txBody>
          <a:bodyPr lIns="91440" tIns="45720" rIns="91440" bIns="45720" anchor="ctr">
            <a:noAutofit/>
          </a:bodyPr>
          <a:lstStyle>
            <a:lvl1pPr indent="0" algn="ctr">
              <a:buNone/>
              <a:defRPr lang="en-IN" sz="1400" b="0" u="none" strike="noStrike">
                <a:solidFill>
                  <a:srgbClr val="000000"/>
                </a:solidFill>
                <a:effectLst/>
                <a:uFillTx/>
                <a:latin typeface="Times New Roman"/>
              </a:defRPr>
            </a:lvl1pPr>
          </a:lstStyle>
          <a:p>
            <a:pPr indent="0" algn="ctr">
              <a:buNone/>
            </a:pPr>
            <a:r>
              <a:rPr lang="en-IN" sz="1400" b="0" u="none" strike="noStrike">
                <a:solidFill>
                  <a:srgbClr val="000000"/>
                </a:solidFill>
                <a:effectLst/>
                <a:uFillTx/>
                <a:latin typeface="Times New Roman"/>
              </a:rPr>
              <a:t>&lt;footer&gt;</a:t>
            </a:r>
            <a:endParaRPr lang="en-IN" sz="1400" b="0" u="none" strike="noStrike">
              <a:solidFill>
                <a:srgbClr val="000000"/>
              </a:solidFill>
              <a:effectLst/>
              <a:uFillTx/>
              <a:latin typeface="Times New Roman"/>
            </a:endParaRPr>
          </a:p>
        </p:txBody>
      </p:sp>
      <p:sp>
        <p:nvSpPr>
          <p:cNvPr id="47" name="PlaceHolder 3"/>
          <p:cNvSpPr>
            <a:spLocks noGrp="1"/>
          </p:cNvSpPr>
          <p:nvPr>
            <p:ph type="sldNum" idx="27"/>
          </p:nvPr>
        </p:nvSpPr>
        <p:spPr>
          <a:xfrm>
            <a:off x="6458040" y="4767120"/>
            <a:ext cx="2057040" cy="273600"/>
          </a:xfrm>
          <a:prstGeom prst="rect">
            <a:avLst/>
          </a:prstGeom>
          <a:noFill/>
          <a:ln w="0">
            <a:noFill/>
          </a:ln>
        </p:spPr>
        <p:txBody>
          <a:bodyPr lIns="91440" tIns="45720" rIns="91440" bIns="45720" anchor="ctr">
            <a:noAutofit/>
          </a:bodyPr>
          <a:lstStyle>
            <a:lvl1pPr indent="0" algn="r" defTabSz="457200">
              <a:lnSpc>
                <a:spcPct val="100000"/>
              </a:lnSpc>
              <a:buNone/>
              <a:defRPr lang="en-IN" sz="900" b="0" u="none" strike="noStrike">
                <a:solidFill>
                  <a:schemeClr val="dk1">
                    <a:tint val="75000"/>
                  </a:schemeClr>
                </a:solidFill>
                <a:effectLst/>
                <a:uFillTx/>
                <a:latin typeface="Calibri"/>
              </a:defRPr>
            </a:lvl1pPr>
          </a:lstStyle>
          <a:p>
            <a:pPr indent="0" algn="r" defTabSz="457200">
              <a:lnSpc>
                <a:spcPct val="100000"/>
              </a:lnSpc>
              <a:buNone/>
            </a:pPr>
            <a:fld id="{80EA9704-14AF-4B4B-A301-CE6CE9AF42EB}" type="slidenum">
              <a:rPr lang="en-IN" sz="900" b="0" u="none" strike="noStrike">
                <a:solidFill>
                  <a:schemeClr val="dk1">
                    <a:tint val="75000"/>
                  </a:schemeClr>
                </a:solidFill>
                <a:effectLst/>
                <a:uFillTx/>
                <a:latin typeface="Calibri"/>
              </a:rPr>
              <a:t>&lt;number&gt;</a:t>
            </a:fld>
            <a:endParaRPr lang="en-IN" sz="900" b="0" u="none" strike="noStrike">
              <a:solidFill>
                <a:srgbClr val="000000"/>
              </a:solidFill>
              <a:effectLst/>
              <a:uFillTx/>
              <a:latin typeface="Times New Roman"/>
            </a:endParaRPr>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ontent with Caption">
    <p:bg>
      <p:bgPr>
        <a:solidFill>
          <a:srgbClr val="FFFFFF"/>
        </a:solidFill>
      </p:bgPr>
    </p:bg>
    <p:spTree>
      <p:nvGrpSpPr>
        <p:cNvPr id="1" name=""/>
        <p:cNvGrpSpPr/>
        <p:nvPr/>
      </p:nvGrpSpPr>
      <p:grpSpPr>
        <a:xfrm>
          <a:off x="0" y="0"/>
          <a:ext cx="0" cy="0"/>
          <a:chOff x="0" y="0"/>
          <a:chExt cx="0" cy="0"/>
        </a:xfrm>
      </p:grpSpPr>
      <p:sp>
        <p:nvSpPr>
          <p:cNvPr id="48" name="PlaceHolder 1"/>
          <p:cNvSpPr>
            <a:spLocks noGrp="1"/>
          </p:cNvSpPr>
          <p:nvPr>
            <p:ph type="title"/>
          </p:nvPr>
        </p:nvSpPr>
        <p:spPr>
          <a:xfrm>
            <a:off x="630000" y="343080"/>
            <a:ext cx="2948760" cy="1199880"/>
          </a:xfrm>
          <a:prstGeom prst="rect">
            <a:avLst/>
          </a:prstGeom>
          <a:noFill/>
          <a:ln w="0">
            <a:noFill/>
          </a:ln>
        </p:spPr>
        <p:txBody>
          <a:bodyPr lIns="91440" tIns="45720" rIns="91440" bIns="45720" anchor="b">
            <a:noAutofit/>
          </a:bodyPr>
          <a:lstStyle>
            <a:lvl1pPr indent="0" algn="l" defTabSz="685800">
              <a:lnSpc>
                <a:spcPct val="90000"/>
              </a:lnSpc>
              <a:buNone/>
              <a:defRPr lang="en-US" sz="2400" b="0" u="none" strike="noStrike">
                <a:solidFill>
                  <a:schemeClr val="dk1"/>
                </a:solidFill>
                <a:effectLst/>
                <a:uFillTx/>
                <a:latin typeface="Calibri Light"/>
              </a:defRPr>
            </a:lvl1pPr>
          </a:lstStyle>
          <a:p>
            <a:pPr indent="0" algn="l" defTabSz="685800">
              <a:lnSpc>
                <a:spcPct val="90000"/>
              </a:lnSpc>
              <a:buNone/>
            </a:pPr>
            <a:r>
              <a:rPr lang="en-US" sz="2400" b="0" u="none" strike="noStrike">
                <a:solidFill>
                  <a:schemeClr val="dk1"/>
                </a:solidFill>
                <a:effectLst/>
                <a:uFillTx/>
                <a:latin typeface="Calibri Light"/>
              </a:rPr>
              <a:t>Click to edit Master title style</a:t>
            </a:r>
            <a:endParaRPr lang="en-US" sz="2400" b="0" u="none" strike="noStrike">
              <a:solidFill>
                <a:schemeClr val="dk1"/>
              </a:solidFill>
              <a:effectLst/>
              <a:uFillTx/>
              <a:latin typeface="Calibri Light"/>
            </a:endParaRPr>
          </a:p>
        </p:txBody>
      </p:sp>
      <p:sp>
        <p:nvSpPr>
          <p:cNvPr id="49" name="PlaceHolder 2"/>
          <p:cNvSpPr>
            <a:spLocks noGrp="1"/>
          </p:cNvSpPr>
          <p:nvPr>
            <p:ph type="body"/>
          </p:nvPr>
        </p:nvSpPr>
        <p:spPr>
          <a:xfrm>
            <a:off x="3887280" y="740520"/>
            <a:ext cx="4628880" cy="3654720"/>
          </a:xfrm>
          <a:prstGeom prst="rect">
            <a:avLst/>
          </a:prstGeom>
          <a:noFill/>
          <a:ln w="0">
            <a:noFill/>
          </a:ln>
        </p:spPr>
        <p:txBody>
          <a:bodyPr lIns="91440" tIns="45720" rIns="91440" bIns="45720" anchor="t">
            <a:noAutofit/>
          </a:bodyPr>
          <a:lstStyle>
            <a:lvl1pPr algn="l" defTabSz="685800">
              <a:lnSpc>
                <a:spcPct val="90000"/>
              </a:lnSpc>
              <a:spcBef>
                <a:spcPts val="751"/>
              </a:spcBef>
              <a:buClr>
                <a:srgbClr val="000000"/>
              </a:buClr>
              <a:buFont typeface="Arial"/>
              <a:buChar char="•"/>
              <a:defRPr lang="en-US" sz="2400" b="0" u="none" strike="noStrike">
                <a:solidFill>
                  <a:schemeClr val="dk1"/>
                </a:solidFill>
                <a:effectLst/>
                <a:uFillTx/>
                <a:latin typeface="Calibri"/>
              </a:defRPr>
            </a:lvl1pPr>
            <a:lvl2pPr lvl="1" algn="l" defTabSz="685800">
              <a:lnSpc>
                <a:spcPct val="90000"/>
              </a:lnSpc>
              <a:spcBef>
                <a:spcPts val="374"/>
              </a:spcBef>
              <a:buClr>
                <a:srgbClr val="000000"/>
              </a:buClr>
              <a:buFont typeface="Arial"/>
              <a:buChar char="•"/>
              <a:defRPr lang="en-US" sz="2100" b="0" u="none" strike="noStrike">
                <a:solidFill>
                  <a:schemeClr val="dk1"/>
                </a:solidFill>
                <a:effectLst/>
                <a:uFillTx/>
                <a:latin typeface="Calibri"/>
              </a:defRPr>
            </a:lvl2pPr>
            <a:lvl3pPr lvl="2" algn="l" defTabSz="685800">
              <a:lnSpc>
                <a:spcPct val="90000"/>
              </a:lnSpc>
              <a:spcBef>
                <a:spcPts val="374"/>
              </a:spcBef>
              <a:buClr>
                <a:srgbClr val="000000"/>
              </a:buClr>
              <a:buFont typeface="Arial"/>
              <a:buChar char="•"/>
              <a:defRPr lang="en-US" sz="1800" b="0" u="none" strike="noStrike">
                <a:solidFill>
                  <a:schemeClr val="dk1"/>
                </a:solidFill>
                <a:effectLst/>
                <a:uFillTx/>
                <a:latin typeface="Calibri"/>
              </a:defRPr>
            </a:lvl3pPr>
            <a:lvl4pPr lvl="3" algn="l" defTabSz="685800">
              <a:lnSpc>
                <a:spcPct val="90000"/>
              </a:lnSpc>
              <a:spcBef>
                <a:spcPts val="374"/>
              </a:spcBef>
              <a:buClr>
                <a:srgbClr val="000000"/>
              </a:buClr>
              <a:buFont typeface="Arial"/>
              <a:buChar char="•"/>
              <a:defRPr lang="en-US" sz="1500" b="0" u="none" strike="noStrike">
                <a:solidFill>
                  <a:schemeClr val="dk1"/>
                </a:solidFill>
                <a:effectLst/>
                <a:uFillTx/>
                <a:latin typeface="Calibri"/>
              </a:defRPr>
            </a:lvl4pPr>
            <a:lvl5pPr lvl="4" algn="l" defTabSz="685800">
              <a:lnSpc>
                <a:spcPct val="90000"/>
              </a:lnSpc>
              <a:spcBef>
                <a:spcPts val="374"/>
              </a:spcBef>
              <a:buClr>
                <a:srgbClr val="000000"/>
              </a:buClr>
              <a:buFont typeface="Arial"/>
              <a:buChar char="•"/>
              <a:defRPr lang="en-US" sz="1500" b="0" u="none" strike="noStrike">
                <a:solidFill>
                  <a:schemeClr val="dk1"/>
                </a:solidFill>
                <a:effectLst/>
                <a:uFillTx/>
                <a:latin typeface="Calibri"/>
              </a:defRPr>
            </a:lvl5pPr>
          </a:lstStyle>
          <a:p>
            <a:pPr marL="171360" indent="-171360" algn="l" defTabSz="685800">
              <a:lnSpc>
                <a:spcPct val="90000"/>
              </a:lnSpc>
              <a:spcBef>
                <a:spcPts val="751"/>
              </a:spcBef>
              <a:buClr>
                <a:srgbClr val="000000"/>
              </a:buClr>
              <a:buFont typeface="Arial"/>
              <a:buChar char="•"/>
            </a:pPr>
            <a:r>
              <a:rPr lang="en-US" sz="2400" b="0" u="none" strike="noStrike">
                <a:solidFill>
                  <a:schemeClr val="dk1"/>
                </a:solidFill>
                <a:effectLst/>
                <a:uFillTx/>
                <a:latin typeface="Calibri"/>
              </a:rPr>
              <a:t>Edit Master text styles</a:t>
            </a:r>
            <a:endParaRPr lang="en-US" sz="2400" b="0" u="none" strike="noStrike">
              <a:solidFill>
                <a:schemeClr val="dk1"/>
              </a:solidFill>
              <a:effectLst/>
              <a:uFillTx/>
              <a:latin typeface="Calibri"/>
            </a:endParaRPr>
          </a:p>
          <a:p>
            <a:pPr marL="514440" lvl="1" indent="-171360" algn="l" defTabSz="685800">
              <a:lnSpc>
                <a:spcPct val="90000"/>
              </a:lnSpc>
              <a:spcBef>
                <a:spcPts val="374"/>
              </a:spcBef>
              <a:buClr>
                <a:srgbClr val="000000"/>
              </a:buClr>
              <a:buFont typeface="Arial"/>
              <a:buChar char="•"/>
            </a:pPr>
            <a:r>
              <a:rPr lang="en-US" sz="2100" b="0" u="none" strike="noStrike">
                <a:solidFill>
                  <a:schemeClr val="dk1"/>
                </a:solidFill>
                <a:effectLst/>
                <a:uFillTx/>
                <a:latin typeface="Calibri"/>
              </a:rPr>
              <a:t>Second level</a:t>
            </a:r>
            <a:endParaRPr lang="en-US" sz="2100" b="0" u="none" strike="noStrike">
              <a:solidFill>
                <a:schemeClr val="dk1"/>
              </a:solidFill>
              <a:effectLst/>
              <a:uFillTx/>
              <a:latin typeface="Calibri"/>
            </a:endParaRPr>
          </a:p>
          <a:p>
            <a:pPr marL="857160" lvl="2" indent="-171360" algn="l" defTabSz="685800">
              <a:lnSpc>
                <a:spcPct val="90000"/>
              </a:lnSpc>
              <a:spcBef>
                <a:spcPts val="374"/>
              </a:spcBef>
              <a:buClr>
                <a:srgbClr val="000000"/>
              </a:buClr>
              <a:buFont typeface="Arial"/>
              <a:buChar char="•"/>
            </a:pPr>
            <a:r>
              <a:rPr lang="en-US" sz="1800" b="0" u="none" strike="noStrike">
                <a:solidFill>
                  <a:schemeClr val="dk1"/>
                </a:solidFill>
                <a:effectLst/>
                <a:uFillTx/>
                <a:latin typeface="Calibri"/>
              </a:rPr>
              <a:t>Third level</a:t>
            </a:r>
            <a:endParaRPr lang="en-US" sz="1800" b="0" u="none" strike="noStrike">
              <a:solidFill>
                <a:schemeClr val="dk1"/>
              </a:solidFill>
              <a:effectLst/>
              <a:uFillTx/>
              <a:latin typeface="Calibri"/>
            </a:endParaRPr>
          </a:p>
          <a:p>
            <a:pPr marL="1200240" lvl="3" indent="-171360" algn="l" defTabSz="685800">
              <a:lnSpc>
                <a:spcPct val="90000"/>
              </a:lnSpc>
              <a:spcBef>
                <a:spcPts val="374"/>
              </a:spcBef>
              <a:buClr>
                <a:srgbClr val="000000"/>
              </a:buClr>
              <a:buFont typeface="Arial"/>
              <a:buChar char="•"/>
            </a:pPr>
            <a:r>
              <a:rPr lang="en-US" sz="1500" b="0" u="none" strike="noStrike">
                <a:solidFill>
                  <a:schemeClr val="dk1"/>
                </a:solidFill>
                <a:effectLst/>
                <a:uFillTx/>
                <a:latin typeface="Calibri"/>
              </a:rPr>
              <a:t>Fourth level</a:t>
            </a:r>
            <a:endParaRPr lang="en-US" sz="1500" b="0" u="none" strike="noStrike">
              <a:solidFill>
                <a:schemeClr val="dk1"/>
              </a:solidFill>
              <a:effectLst/>
              <a:uFillTx/>
              <a:latin typeface="Calibri"/>
            </a:endParaRPr>
          </a:p>
          <a:p>
            <a:pPr marL="1542960" lvl="4" indent="-171360" algn="l" defTabSz="685800">
              <a:lnSpc>
                <a:spcPct val="90000"/>
              </a:lnSpc>
              <a:spcBef>
                <a:spcPts val="374"/>
              </a:spcBef>
              <a:buClr>
                <a:srgbClr val="000000"/>
              </a:buClr>
              <a:buFont typeface="Arial"/>
              <a:buChar char="•"/>
            </a:pPr>
            <a:r>
              <a:rPr lang="en-US" sz="1500" b="0" u="none" strike="noStrike">
                <a:solidFill>
                  <a:schemeClr val="dk1"/>
                </a:solidFill>
                <a:effectLst/>
                <a:uFillTx/>
                <a:latin typeface="Calibri"/>
              </a:rPr>
              <a:t>Fifth level</a:t>
            </a:r>
            <a:endParaRPr lang="en-US" sz="1500" b="0" u="none" strike="noStrike">
              <a:solidFill>
                <a:schemeClr val="dk1"/>
              </a:solidFill>
              <a:effectLst/>
              <a:uFillTx/>
              <a:latin typeface="Calibri"/>
            </a:endParaRPr>
          </a:p>
        </p:txBody>
      </p:sp>
      <p:sp>
        <p:nvSpPr>
          <p:cNvPr id="50" name="PlaceHolder 3"/>
          <p:cNvSpPr>
            <a:spLocks noGrp="1"/>
          </p:cNvSpPr>
          <p:nvPr>
            <p:ph type="body"/>
          </p:nvPr>
        </p:nvSpPr>
        <p:spPr>
          <a:xfrm>
            <a:off x="630000" y="1542960"/>
            <a:ext cx="2948760" cy="2858400"/>
          </a:xfrm>
          <a:prstGeom prst="rect">
            <a:avLst/>
          </a:prstGeom>
          <a:noFill/>
          <a:ln w="0">
            <a:noFill/>
          </a:ln>
        </p:spPr>
        <p:txBody>
          <a:bodyPr lIns="91440" tIns="45720" rIns="91440" bIns="45720" anchor="t">
            <a:noAutofit/>
          </a:bodyPr>
          <a:lstStyle>
            <a:lvl1pPr indent="0" algn="l" defTabSz="685800">
              <a:lnSpc>
                <a:spcPct val="90000"/>
              </a:lnSpc>
              <a:spcBef>
                <a:spcPts val="751"/>
              </a:spcBef>
              <a:buNone/>
              <a:tabLst>
                <a:tab pos="0" algn="l"/>
              </a:tabLst>
              <a:defRPr lang="en-US" sz="1200" b="0" u="none" strike="noStrike">
                <a:solidFill>
                  <a:schemeClr val="dk1"/>
                </a:solidFill>
                <a:effectLst/>
                <a:uFillTx/>
                <a:latin typeface="Calibri"/>
              </a:defRPr>
            </a:lvl1pPr>
          </a:lstStyle>
          <a:p>
            <a:pPr indent="0" algn="l" defTabSz="685800">
              <a:lnSpc>
                <a:spcPct val="90000"/>
              </a:lnSpc>
              <a:spcBef>
                <a:spcPts val="751"/>
              </a:spcBef>
              <a:buNone/>
              <a:tabLst>
                <a:tab pos="0" algn="l"/>
              </a:tabLst>
            </a:pPr>
            <a:r>
              <a:rPr lang="en-US" sz="1200" b="0" u="none" strike="noStrike">
                <a:solidFill>
                  <a:schemeClr val="dk1"/>
                </a:solidFill>
                <a:effectLst/>
                <a:uFillTx/>
                <a:latin typeface="Calibri"/>
              </a:rPr>
              <a:t>Edit Master text styles</a:t>
            </a:r>
            <a:endParaRPr lang="en-US" sz="1200" b="0" u="none" strike="noStrike">
              <a:solidFill>
                <a:schemeClr val="dk1"/>
              </a:solidFill>
              <a:effectLst/>
              <a:uFillTx/>
              <a:latin typeface="Calibri"/>
            </a:endParaRPr>
          </a:p>
        </p:txBody>
      </p:sp>
      <p:sp>
        <p:nvSpPr>
          <p:cNvPr id="51" name="PlaceHolder 4"/>
          <p:cNvSpPr>
            <a:spLocks noGrp="1"/>
          </p:cNvSpPr>
          <p:nvPr>
            <p:ph type="dt" idx="28"/>
          </p:nvPr>
        </p:nvSpPr>
        <p:spPr>
          <a:xfrm>
            <a:off x="628560" y="4767120"/>
            <a:ext cx="2057040" cy="273600"/>
          </a:xfrm>
          <a:prstGeom prst="rect">
            <a:avLst/>
          </a:prstGeom>
          <a:noFill/>
          <a:ln w="0">
            <a:noFill/>
          </a:ln>
        </p:spPr>
        <p:txBody>
          <a:bodyPr lIns="91440" tIns="45720" rIns="91440" bIns="45720" anchor="ctr">
            <a:noAutofit/>
          </a:bodyPr>
          <a:lstStyle>
            <a:lvl1pPr indent="0" algn="l" defTabSz="457200">
              <a:lnSpc>
                <a:spcPct val="100000"/>
              </a:lnSpc>
              <a:buNone/>
              <a:defRPr lang="en-IN" sz="900" b="0" u="none" strike="noStrike">
                <a:solidFill>
                  <a:schemeClr val="dk1">
                    <a:tint val="75000"/>
                  </a:schemeClr>
                </a:solidFill>
                <a:effectLst/>
                <a:uFillTx/>
                <a:latin typeface="Calibri"/>
              </a:defRPr>
            </a:lvl1pPr>
          </a:lstStyle>
          <a:p>
            <a:pPr indent="0" algn="l" defTabSz="457200">
              <a:lnSpc>
                <a:spcPct val="100000"/>
              </a:lnSpc>
              <a:buNone/>
            </a:pPr>
            <a:r>
              <a:rPr lang="en-IN" sz="900" b="0" u="none" strike="noStrike">
                <a:solidFill>
                  <a:schemeClr val="dk1">
                    <a:tint val="75000"/>
                  </a:schemeClr>
                </a:solidFill>
                <a:effectLst/>
                <a:uFillTx/>
                <a:latin typeface="Calibri"/>
              </a:rPr>
              <a:t>&lt;date/time&gt;</a:t>
            </a:r>
            <a:endParaRPr lang="en-IN" sz="900" b="0" u="none" strike="noStrike">
              <a:solidFill>
                <a:srgbClr val="000000"/>
              </a:solidFill>
              <a:effectLst/>
              <a:uFillTx/>
              <a:latin typeface="Times New Roman"/>
            </a:endParaRPr>
          </a:p>
        </p:txBody>
      </p:sp>
      <p:sp>
        <p:nvSpPr>
          <p:cNvPr id="52" name="PlaceHolder 5"/>
          <p:cNvSpPr>
            <a:spLocks noGrp="1"/>
          </p:cNvSpPr>
          <p:nvPr>
            <p:ph type="ftr" idx="29"/>
          </p:nvPr>
        </p:nvSpPr>
        <p:spPr>
          <a:xfrm>
            <a:off x="3029040" y="4767120"/>
            <a:ext cx="3085920" cy="273600"/>
          </a:xfrm>
          <a:prstGeom prst="rect">
            <a:avLst/>
          </a:prstGeom>
          <a:noFill/>
          <a:ln w="0">
            <a:noFill/>
          </a:ln>
        </p:spPr>
        <p:txBody>
          <a:bodyPr lIns="91440" tIns="45720" rIns="91440" bIns="45720" anchor="ctr">
            <a:noAutofit/>
          </a:bodyPr>
          <a:lstStyle>
            <a:lvl1pPr indent="0" algn="ctr">
              <a:buNone/>
              <a:defRPr lang="en-IN" sz="1400" b="0" u="none" strike="noStrike">
                <a:solidFill>
                  <a:srgbClr val="000000"/>
                </a:solidFill>
                <a:effectLst/>
                <a:uFillTx/>
                <a:latin typeface="Times New Roman"/>
              </a:defRPr>
            </a:lvl1pPr>
          </a:lstStyle>
          <a:p>
            <a:pPr indent="0" algn="ctr">
              <a:buNone/>
            </a:pPr>
            <a:r>
              <a:rPr lang="en-IN" sz="1400" b="0" u="none" strike="noStrike">
                <a:solidFill>
                  <a:srgbClr val="000000"/>
                </a:solidFill>
                <a:effectLst/>
                <a:uFillTx/>
                <a:latin typeface="Times New Roman"/>
              </a:rPr>
              <a:t>&lt;footer&gt;</a:t>
            </a:r>
            <a:endParaRPr lang="en-IN" sz="1400" b="0" u="none" strike="noStrike">
              <a:solidFill>
                <a:srgbClr val="000000"/>
              </a:solidFill>
              <a:effectLst/>
              <a:uFillTx/>
              <a:latin typeface="Times New Roman"/>
            </a:endParaRPr>
          </a:p>
        </p:txBody>
      </p:sp>
      <p:sp>
        <p:nvSpPr>
          <p:cNvPr id="53" name="PlaceHolder 6"/>
          <p:cNvSpPr>
            <a:spLocks noGrp="1"/>
          </p:cNvSpPr>
          <p:nvPr>
            <p:ph type="sldNum" idx="30"/>
          </p:nvPr>
        </p:nvSpPr>
        <p:spPr>
          <a:xfrm>
            <a:off x="6458040" y="4767120"/>
            <a:ext cx="2057040" cy="273600"/>
          </a:xfrm>
          <a:prstGeom prst="rect">
            <a:avLst/>
          </a:prstGeom>
          <a:noFill/>
          <a:ln w="0">
            <a:noFill/>
          </a:ln>
        </p:spPr>
        <p:txBody>
          <a:bodyPr lIns="91440" tIns="45720" rIns="91440" bIns="45720" anchor="ctr">
            <a:noAutofit/>
          </a:bodyPr>
          <a:lstStyle>
            <a:lvl1pPr indent="0" algn="r" defTabSz="457200">
              <a:lnSpc>
                <a:spcPct val="100000"/>
              </a:lnSpc>
              <a:buNone/>
              <a:defRPr lang="en-IN" sz="900" b="0" u="none" strike="noStrike">
                <a:solidFill>
                  <a:schemeClr val="dk1">
                    <a:tint val="75000"/>
                  </a:schemeClr>
                </a:solidFill>
                <a:effectLst/>
                <a:uFillTx/>
                <a:latin typeface="Calibri"/>
              </a:defRPr>
            </a:lvl1pPr>
          </a:lstStyle>
          <a:p>
            <a:pPr indent="0" algn="r" defTabSz="457200">
              <a:lnSpc>
                <a:spcPct val="100000"/>
              </a:lnSpc>
              <a:buNone/>
            </a:pPr>
            <a:fld id="{25ECCEDB-5187-4CF9-8DEC-431FC9697FD6}" type="slidenum">
              <a:rPr lang="en-IN" sz="900" b="0" u="none" strike="noStrike">
                <a:solidFill>
                  <a:schemeClr val="dk1">
                    <a:tint val="75000"/>
                  </a:schemeClr>
                </a:solidFill>
                <a:effectLst/>
                <a:uFillTx/>
                <a:latin typeface="Calibri"/>
              </a:rPr>
              <a:t>&lt;number&gt;</a:t>
            </a:fld>
            <a:endParaRPr lang="en-IN" sz="900" b="0" u="none" strike="noStrike">
              <a:solidFill>
                <a:srgbClr val="000000"/>
              </a:solidFill>
              <a:effectLst/>
              <a:uFillTx/>
              <a:latin typeface="Times New Roman"/>
            </a:endParaRPr>
          </a:p>
        </p:txBody>
      </p:sp>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Picture with Caption">
    <p:bg>
      <p:bgPr>
        <a:solidFill>
          <a:srgbClr val="FFFFFF"/>
        </a:solidFill>
      </p:bgPr>
    </p:bg>
    <p:spTree>
      <p:nvGrpSpPr>
        <p:cNvPr id="1" name=""/>
        <p:cNvGrpSpPr/>
        <p:nvPr/>
      </p:nvGrpSpPr>
      <p:grpSpPr>
        <a:xfrm>
          <a:off x="0" y="0"/>
          <a:ext cx="0" cy="0"/>
          <a:chOff x="0" y="0"/>
          <a:chExt cx="0" cy="0"/>
        </a:xfrm>
      </p:grpSpPr>
      <p:sp>
        <p:nvSpPr>
          <p:cNvPr id="54" name="PlaceHolder 1"/>
          <p:cNvSpPr>
            <a:spLocks noGrp="1"/>
          </p:cNvSpPr>
          <p:nvPr>
            <p:ph type="title"/>
          </p:nvPr>
        </p:nvSpPr>
        <p:spPr>
          <a:xfrm>
            <a:off x="630000" y="343080"/>
            <a:ext cx="2948760" cy="1199880"/>
          </a:xfrm>
          <a:prstGeom prst="rect">
            <a:avLst/>
          </a:prstGeom>
          <a:noFill/>
          <a:ln w="0">
            <a:noFill/>
          </a:ln>
        </p:spPr>
        <p:txBody>
          <a:bodyPr lIns="91440" tIns="45720" rIns="91440" bIns="45720" anchor="b">
            <a:noAutofit/>
          </a:bodyPr>
          <a:lstStyle>
            <a:lvl1pPr indent="0" algn="l" defTabSz="685800">
              <a:lnSpc>
                <a:spcPct val="90000"/>
              </a:lnSpc>
              <a:buNone/>
              <a:defRPr lang="en-US" sz="2400" b="0" u="none" strike="noStrike">
                <a:solidFill>
                  <a:schemeClr val="dk1"/>
                </a:solidFill>
                <a:effectLst/>
                <a:uFillTx/>
                <a:latin typeface="Calibri Light"/>
              </a:defRPr>
            </a:lvl1pPr>
          </a:lstStyle>
          <a:p>
            <a:pPr indent="0" algn="l" defTabSz="685800">
              <a:lnSpc>
                <a:spcPct val="90000"/>
              </a:lnSpc>
              <a:buNone/>
            </a:pPr>
            <a:r>
              <a:rPr lang="en-US" sz="2400" b="0" u="none" strike="noStrike">
                <a:solidFill>
                  <a:schemeClr val="dk1"/>
                </a:solidFill>
                <a:effectLst/>
                <a:uFillTx/>
                <a:latin typeface="Calibri Light"/>
              </a:rPr>
              <a:t>Click to edit Master title style</a:t>
            </a:r>
            <a:endParaRPr lang="en-US" sz="2400" b="0" u="none" strike="noStrike">
              <a:solidFill>
                <a:schemeClr val="dk1"/>
              </a:solidFill>
              <a:effectLst/>
              <a:uFillTx/>
              <a:latin typeface="Calibri Light"/>
            </a:endParaRPr>
          </a:p>
        </p:txBody>
      </p:sp>
      <p:sp>
        <p:nvSpPr>
          <p:cNvPr id="55" name="PlaceHolder 2"/>
          <p:cNvSpPr>
            <a:spLocks noGrp="1"/>
          </p:cNvSpPr>
          <p:nvPr>
            <p:ph type="body"/>
          </p:nvPr>
        </p:nvSpPr>
        <p:spPr>
          <a:xfrm>
            <a:off x="3887280" y="740520"/>
            <a:ext cx="4628880" cy="3654720"/>
          </a:xfrm>
          <a:prstGeom prst="rect">
            <a:avLst/>
          </a:prstGeom>
          <a:noFill/>
          <a:ln w="0">
            <a:noFill/>
          </a:ln>
        </p:spPr>
        <p:txBody>
          <a:bodyPr lIns="90000" tIns="45000" rIns="90000" bIns="45000" anchor="t">
            <a:noAutofit/>
          </a:bodyPr>
          <a:lstStyle>
            <a:lvl1pPr indent="0" algn="l" defTabSz="457200">
              <a:lnSpc>
                <a:spcPct val="100000"/>
              </a:lnSpc>
              <a:buNone/>
              <a:tabLst>
                <a:tab pos="0" algn="l"/>
              </a:tabLst>
              <a:defRPr lang="en-US" sz="2400" b="0" u="none" strike="noStrike">
                <a:solidFill>
                  <a:schemeClr val="dk1"/>
                </a:solidFill>
                <a:effectLst/>
                <a:uFillTx/>
                <a:latin typeface="Calibri"/>
              </a:defRPr>
            </a:lvl1pPr>
          </a:lstStyle>
          <a:p>
            <a:pPr indent="0" algn="l" defTabSz="457200">
              <a:lnSpc>
                <a:spcPct val="100000"/>
              </a:lnSpc>
              <a:buNone/>
              <a:tabLst>
                <a:tab pos="0" algn="l"/>
              </a:tabLst>
            </a:pPr>
            <a:r>
              <a:rPr lang="en-US" sz="2400" b="0" u="none" strike="noStrike">
                <a:solidFill>
                  <a:schemeClr val="dk1"/>
                </a:solidFill>
                <a:effectLst/>
                <a:uFillTx/>
                <a:latin typeface="Calibri"/>
              </a:rPr>
              <a:t>Click icon to add picture</a:t>
            </a:r>
            <a:endParaRPr lang="en-US" sz="2400" b="0" u="none" strike="noStrike">
              <a:solidFill>
                <a:schemeClr val="dk1"/>
              </a:solidFill>
              <a:effectLst/>
              <a:uFillTx/>
              <a:latin typeface="Calibri"/>
            </a:endParaRPr>
          </a:p>
        </p:txBody>
      </p:sp>
      <p:sp>
        <p:nvSpPr>
          <p:cNvPr id="56" name="PlaceHolder 3"/>
          <p:cNvSpPr>
            <a:spLocks noGrp="1"/>
          </p:cNvSpPr>
          <p:nvPr>
            <p:ph type="body"/>
          </p:nvPr>
        </p:nvSpPr>
        <p:spPr>
          <a:xfrm>
            <a:off x="630000" y="1542960"/>
            <a:ext cx="2948760" cy="2858400"/>
          </a:xfrm>
          <a:prstGeom prst="rect">
            <a:avLst/>
          </a:prstGeom>
          <a:noFill/>
          <a:ln w="0">
            <a:noFill/>
          </a:ln>
        </p:spPr>
        <p:txBody>
          <a:bodyPr lIns="91440" tIns="45720" rIns="91440" bIns="45720" anchor="t">
            <a:noAutofit/>
          </a:bodyPr>
          <a:lstStyle>
            <a:lvl1pPr indent="0" algn="l" defTabSz="685800">
              <a:lnSpc>
                <a:spcPct val="90000"/>
              </a:lnSpc>
              <a:spcBef>
                <a:spcPts val="751"/>
              </a:spcBef>
              <a:buNone/>
              <a:tabLst>
                <a:tab pos="0" algn="l"/>
              </a:tabLst>
              <a:defRPr lang="en-US" sz="1200" b="0" u="none" strike="noStrike">
                <a:solidFill>
                  <a:schemeClr val="dk1"/>
                </a:solidFill>
                <a:effectLst/>
                <a:uFillTx/>
                <a:latin typeface="Calibri"/>
              </a:defRPr>
            </a:lvl1pPr>
          </a:lstStyle>
          <a:p>
            <a:pPr indent="0" algn="l" defTabSz="685800">
              <a:lnSpc>
                <a:spcPct val="90000"/>
              </a:lnSpc>
              <a:spcBef>
                <a:spcPts val="751"/>
              </a:spcBef>
              <a:buNone/>
              <a:tabLst>
                <a:tab pos="0" algn="l"/>
              </a:tabLst>
            </a:pPr>
            <a:r>
              <a:rPr lang="en-US" sz="1200" b="0" u="none" strike="noStrike">
                <a:solidFill>
                  <a:schemeClr val="dk1"/>
                </a:solidFill>
                <a:effectLst/>
                <a:uFillTx/>
                <a:latin typeface="Calibri"/>
              </a:rPr>
              <a:t>Edit Master text styles</a:t>
            </a:r>
            <a:endParaRPr lang="en-US" sz="1200" b="0" u="none" strike="noStrike">
              <a:solidFill>
                <a:schemeClr val="dk1"/>
              </a:solidFill>
              <a:effectLst/>
              <a:uFillTx/>
              <a:latin typeface="Calibri"/>
            </a:endParaRPr>
          </a:p>
        </p:txBody>
      </p:sp>
      <p:sp>
        <p:nvSpPr>
          <p:cNvPr id="57" name="PlaceHolder 4"/>
          <p:cNvSpPr>
            <a:spLocks noGrp="1"/>
          </p:cNvSpPr>
          <p:nvPr>
            <p:ph type="dt" idx="31"/>
          </p:nvPr>
        </p:nvSpPr>
        <p:spPr>
          <a:xfrm>
            <a:off x="628560" y="4767120"/>
            <a:ext cx="2057040" cy="273600"/>
          </a:xfrm>
          <a:prstGeom prst="rect">
            <a:avLst/>
          </a:prstGeom>
          <a:noFill/>
          <a:ln w="0">
            <a:noFill/>
          </a:ln>
        </p:spPr>
        <p:txBody>
          <a:bodyPr lIns="91440" tIns="45720" rIns="91440" bIns="45720" anchor="ctr">
            <a:noAutofit/>
          </a:bodyPr>
          <a:lstStyle>
            <a:lvl1pPr indent="0" algn="l" defTabSz="457200">
              <a:lnSpc>
                <a:spcPct val="100000"/>
              </a:lnSpc>
              <a:buNone/>
              <a:defRPr lang="en-IN" sz="900" b="0" u="none" strike="noStrike">
                <a:solidFill>
                  <a:schemeClr val="dk1">
                    <a:tint val="75000"/>
                  </a:schemeClr>
                </a:solidFill>
                <a:effectLst/>
                <a:uFillTx/>
                <a:latin typeface="Calibri"/>
              </a:defRPr>
            </a:lvl1pPr>
          </a:lstStyle>
          <a:p>
            <a:pPr indent="0" algn="l" defTabSz="457200">
              <a:lnSpc>
                <a:spcPct val="100000"/>
              </a:lnSpc>
              <a:buNone/>
            </a:pPr>
            <a:r>
              <a:rPr lang="en-IN" sz="900" b="0" u="none" strike="noStrike">
                <a:solidFill>
                  <a:schemeClr val="dk1">
                    <a:tint val="75000"/>
                  </a:schemeClr>
                </a:solidFill>
                <a:effectLst/>
                <a:uFillTx/>
                <a:latin typeface="Calibri"/>
              </a:rPr>
              <a:t>&lt;date/time&gt;</a:t>
            </a:r>
            <a:endParaRPr lang="en-IN" sz="900" b="0" u="none" strike="noStrike">
              <a:solidFill>
                <a:srgbClr val="000000"/>
              </a:solidFill>
              <a:effectLst/>
              <a:uFillTx/>
              <a:latin typeface="Times New Roman"/>
            </a:endParaRPr>
          </a:p>
        </p:txBody>
      </p:sp>
      <p:sp>
        <p:nvSpPr>
          <p:cNvPr id="58" name="PlaceHolder 5"/>
          <p:cNvSpPr>
            <a:spLocks noGrp="1"/>
          </p:cNvSpPr>
          <p:nvPr>
            <p:ph type="ftr" idx="32"/>
          </p:nvPr>
        </p:nvSpPr>
        <p:spPr>
          <a:xfrm>
            <a:off x="3029040" y="4767120"/>
            <a:ext cx="3085920" cy="273600"/>
          </a:xfrm>
          <a:prstGeom prst="rect">
            <a:avLst/>
          </a:prstGeom>
          <a:noFill/>
          <a:ln w="0">
            <a:noFill/>
          </a:ln>
        </p:spPr>
        <p:txBody>
          <a:bodyPr lIns="91440" tIns="45720" rIns="91440" bIns="45720" anchor="ctr">
            <a:noAutofit/>
          </a:bodyPr>
          <a:lstStyle>
            <a:lvl1pPr indent="0" algn="ctr">
              <a:buNone/>
              <a:defRPr lang="en-IN" sz="1400" b="0" u="none" strike="noStrike">
                <a:solidFill>
                  <a:srgbClr val="000000"/>
                </a:solidFill>
                <a:effectLst/>
                <a:uFillTx/>
                <a:latin typeface="Times New Roman"/>
              </a:defRPr>
            </a:lvl1pPr>
          </a:lstStyle>
          <a:p>
            <a:pPr indent="0" algn="ctr">
              <a:buNone/>
            </a:pPr>
            <a:r>
              <a:rPr lang="en-IN" sz="1400" b="0" u="none" strike="noStrike">
                <a:solidFill>
                  <a:srgbClr val="000000"/>
                </a:solidFill>
                <a:effectLst/>
                <a:uFillTx/>
                <a:latin typeface="Times New Roman"/>
              </a:rPr>
              <a:t>&lt;footer&gt;</a:t>
            </a:r>
            <a:endParaRPr lang="en-IN" sz="1400" b="0" u="none" strike="noStrike">
              <a:solidFill>
                <a:srgbClr val="000000"/>
              </a:solidFill>
              <a:effectLst/>
              <a:uFillTx/>
              <a:latin typeface="Times New Roman"/>
            </a:endParaRPr>
          </a:p>
        </p:txBody>
      </p:sp>
      <p:sp>
        <p:nvSpPr>
          <p:cNvPr id="59" name="PlaceHolder 6"/>
          <p:cNvSpPr>
            <a:spLocks noGrp="1"/>
          </p:cNvSpPr>
          <p:nvPr>
            <p:ph type="sldNum" idx="33"/>
          </p:nvPr>
        </p:nvSpPr>
        <p:spPr>
          <a:xfrm>
            <a:off x="6458040" y="4767120"/>
            <a:ext cx="2057040" cy="273600"/>
          </a:xfrm>
          <a:prstGeom prst="rect">
            <a:avLst/>
          </a:prstGeom>
          <a:noFill/>
          <a:ln w="0">
            <a:noFill/>
          </a:ln>
        </p:spPr>
        <p:txBody>
          <a:bodyPr lIns="91440" tIns="45720" rIns="91440" bIns="45720" anchor="ctr">
            <a:noAutofit/>
          </a:bodyPr>
          <a:lstStyle>
            <a:lvl1pPr indent="0" algn="r" defTabSz="457200">
              <a:lnSpc>
                <a:spcPct val="100000"/>
              </a:lnSpc>
              <a:buNone/>
              <a:defRPr lang="en-IN" sz="900" b="0" u="none" strike="noStrike">
                <a:solidFill>
                  <a:schemeClr val="dk1">
                    <a:tint val="75000"/>
                  </a:schemeClr>
                </a:solidFill>
                <a:effectLst/>
                <a:uFillTx/>
                <a:latin typeface="Calibri"/>
              </a:defRPr>
            </a:lvl1pPr>
          </a:lstStyle>
          <a:p>
            <a:pPr indent="0" algn="r" defTabSz="457200">
              <a:lnSpc>
                <a:spcPct val="100000"/>
              </a:lnSpc>
              <a:buNone/>
            </a:pPr>
            <a:fld id="{57D7CAB0-79BB-465A-9479-DAC9BB366B0B}" type="slidenum">
              <a:rPr lang="en-IN" sz="900" b="0" u="none" strike="noStrike">
                <a:solidFill>
                  <a:schemeClr val="dk1">
                    <a:tint val="75000"/>
                  </a:schemeClr>
                </a:solidFill>
                <a:effectLst/>
                <a:uFillTx/>
                <a:latin typeface="Calibri"/>
              </a:rPr>
              <a:t>&lt;number&gt;</a:t>
            </a:fld>
            <a:endParaRPr lang="en-IN" sz="900" b="0" u="none" strike="noStrike">
              <a:solidFill>
                <a:srgbClr val="000000"/>
              </a:solidFill>
              <a:effectLst/>
              <a:uFillTx/>
              <a:latin typeface="Times New Roman"/>
            </a:endParaRP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 Id="rId11" Type="http://schemas.openxmlformats.org/officeDocument/2006/relationships/slideLayout" Target="../slideLayouts/slideLayout10.xml"/><Relationship Id="rId12" Type="http://schemas.openxmlformats.org/officeDocument/2006/relationships/slideLayout" Target="../slideLayouts/slideLayout11.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sldMaster>
</file>

<file path=ppt/slides/_rels/slide1.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image" Target="../media/image2.png"/><Relationship Id="rId3" Type="http://schemas.openxmlformats.org/officeDocument/2006/relationships/slideLayout" Target="../slideLayouts/slideLayout1.xml"/>
</Relationships>
</file>

<file path=ppt/slides/_rels/slide2.xml.rels><?xml version="1.0" encoding="UTF-8"?>
<Relationships xmlns="http://schemas.openxmlformats.org/package/2006/relationships"><Relationship Id="rId1" Type="http://schemas.openxmlformats.org/officeDocument/2006/relationships/image" Target="../media/image3.png"/><Relationship Id="rId2" Type="http://schemas.openxmlformats.org/officeDocument/2006/relationships/image" Target="../media/image4.jpeg"/><Relationship Id="rId3" Type="http://schemas.openxmlformats.org/officeDocument/2006/relationships/image" Target="../media/image5.png"/><Relationship Id="rId4" Type="http://schemas.openxmlformats.org/officeDocument/2006/relationships/slideLayout" Target="../slideLayouts/slideLayout1.xml"/>
</Relationships>
</file>

<file path=ppt/slides/_rels/slide3.xml.rels><?xml version="1.0" encoding="UTF-8"?>
<Relationships xmlns="http://schemas.openxmlformats.org/package/2006/relationships"><Relationship Id="rId1" Type="http://schemas.openxmlformats.org/officeDocument/2006/relationships/image" Target="../media/image6.png"/><Relationship Id="rId2" Type="http://schemas.openxmlformats.org/officeDocument/2006/relationships/image" Target="../media/image7.png"/><Relationship Id="rId3" Type="http://schemas.openxmlformats.org/officeDocument/2006/relationships/slideLayout" Target="../slideLayouts/slideLayout1.xml"/>
</Relationships>
</file>

<file path=ppt/slides/_rels/slide4.xml.rels><?xml version="1.0" encoding="UTF-8"?>
<Relationships xmlns="http://schemas.openxmlformats.org/package/2006/relationships"><Relationship Id="rId1" Type="http://schemas.openxmlformats.org/officeDocument/2006/relationships/image" Target="../media/image8.png"/><Relationship Id="rId2" Type="http://schemas.openxmlformats.org/officeDocument/2006/relationships/image" Target="../media/image9.jpeg"/><Relationship Id="rId3" Type="http://schemas.openxmlformats.org/officeDocument/2006/relationships/slideLayout" Target="../slideLayouts/slideLayout1.xml"/>
</Relationships>
</file>

<file path=ppt/slides/_rels/slide5.xml.rels><?xml version="1.0" encoding="UTF-8"?>
<Relationships xmlns="http://schemas.openxmlformats.org/package/2006/relationships"><Relationship Id="rId1" Type="http://schemas.openxmlformats.org/officeDocument/2006/relationships/image" Target="../media/image8.png"/><Relationship Id="rId2" Type="http://schemas.openxmlformats.org/officeDocument/2006/relationships/image" Target="../media/image10.png"/><Relationship Id="rId3" Type="http://schemas.openxmlformats.org/officeDocument/2006/relationships/slideLayout" Target="../slideLayouts/slideLayout1.xml"/>
</Relationships>
</file>

<file path=ppt/slides/_rels/slide6.xml.rels><?xml version="1.0" encoding="UTF-8"?>
<Relationships xmlns="http://schemas.openxmlformats.org/package/2006/relationships"><Relationship Id="rId1" Type="http://schemas.openxmlformats.org/officeDocument/2006/relationships/image" Target="../media/image8.png"/><Relationship Id="rId2" Type="http://schemas.openxmlformats.org/officeDocument/2006/relationships/slideLayout" Target="../slideLayouts/slideLayout1.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60" name="Picture 8"/>
          <p:cNvPicPr/>
          <p:nvPr/>
        </p:nvPicPr>
        <p:blipFill>
          <a:blip r:embed="rId1"/>
          <a:stretch/>
        </p:blipFill>
        <p:spPr>
          <a:xfrm>
            <a:off x="1488960" y="180000"/>
            <a:ext cx="5711040" cy="1739160"/>
          </a:xfrm>
          <a:prstGeom prst="rect">
            <a:avLst/>
          </a:prstGeom>
          <a:noFill/>
          <a:ln w="0">
            <a:noFill/>
          </a:ln>
        </p:spPr>
      </p:pic>
      <p:sp>
        <p:nvSpPr>
          <p:cNvPr id="61" name="TextBox 9"/>
          <p:cNvSpPr/>
          <p:nvPr/>
        </p:nvSpPr>
        <p:spPr>
          <a:xfrm>
            <a:off x="391320" y="1800000"/>
            <a:ext cx="7835400" cy="707400"/>
          </a:xfrm>
          <a:prstGeom prst="rect">
            <a:avLst/>
          </a:prstGeom>
          <a:noFill/>
          <a:ln w="0">
            <a:noFill/>
          </a:ln>
        </p:spPr>
        <p:style>
          <a:lnRef idx="0"/>
          <a:fillRef idx="0"/>
          <a:effectRef idx="0"/>
          <a:fontRef idx="minor"/>
        </p:style>
        <p:txBody>
          <a:bodyPr lIns="90000" tIns="45000" rIns="90000" bIns="45000" anchor="t">
            <a:spAutoFit/>
          </a:bodyPr>
          <a:p>
            <a:pPr algn="ctr" defTabSz="457200">
              <a:lnSpc>
                <a:spcPct val="100000"/>
              </a:lnSpc>
            </a:pPr>
            <a:r>
              <a:rPr lang="en-IN" sz="4000" b="1" u="none" strike="noStrike">
                <a:solidFill>
                  <a:schemeClr val="lt1"/>
                </a:solidFill>
                <a:effectLst/>
                <a:uFillTx/>
                <a:latin typeface="Calibri"/>
              </a:rPr>
              <a:t>Movie Data Analysis -  Full Project</a:t>
            </a:r>
            <a:endParaRPr lang="en-IN" sz="4000" b="0" u="none" strike="noStrike">
              <a:solidFill>
                <a:srgbClr val="FFFFFF"/>
              </a:solidFill>
              <a:effectLst/>
              <a:uFillTx/>
              <a:latin typeface="Arial"/>
            </a:endParaRPr>
          </a:p>
        </p:txBody>
      </p:sp>
      <p:sp>
        <p:nvSpPr>
          <p:cNvPr id="62" name="TextBox 13"/>
          <p:cNvSpPr/>
          <p:nvPr/>
        </p:nvSpPr>
        <p:spPr>
          <a:xfrm>
            <a:off x="1818000" y="2700000"/>
            <a:ext cx="5022000" cy="522720"/>
          </a:xfrm>
          <a:prstGeom prst="rect">
            <a:avLst/>
          </a:prstGeom>
          <a:solidFill>
            <a:schemeClr val="tx2">
              <a:lumMod val="75000"/>
            </a:schemeClr>
          </a:solidFill>
          <a:ln w="0">
            <a:noFill/>
          </a:ln>
        </p:spPr>
        <p:style>
          <a:lnRef idx="0"/>
          <a:fillRef idx="0"/>
          <a:effectRef idx="0"/>
          <a:fontRef idx="minor"/>
        </p:style>
        <p:txBody>
          <a:bodyPr lIns="90000" tIns="45000" rIns="90000" bIns="45000" anchor="t">
            <a:spAutoFit/>
          </a:bodyPr>
          <a:p>
            <a:pPr algn="ctr" defTabSz="457200">
              <a:lnSpc>
                <a:spcPct val="100000"/>
              </a:lnSpc>
            </a:pPr>
            <a:r>
              <a:rPr lang="en-IN" sz="2800" b="0" u="none" strike="noStrike">
                <a:solidFill>
                  <a:schemeClr val="lt1"/>
                </a:solidFill>
                <a:effectLst/>
                <a:uFillTx/>
                <a:latin typeface="Calibri"/>
                <a:ea typeface="Calibri"/>
              </a:rPr>
              <a:t>Data Science &amp; Data Analyst</a:t>
            </a:r>
            <a:endParaRPr lang="en-IN" sz="2800" b="0" u="none" strike="noStrike">
              <a:solidFill>
                <a:srgbClr val="FFFFFF"/>
              </a:solidFill>
              <a:effectLst/>
              <a:uFillTx/>
              <a:latin typeface="Arial"/>
            </a:endParaRPr>
          </a:p>
        </p:txBody>
      </p:sp>
      <p:pic>
        <p:nvPicPr>
          <p:cNvPr id="63" name="Picture 15"/>
          <p:cNvPicPr/>
          <p:nvPr/>
        </p:nvPicPr>
        <p:blipFill>
          <a:blip r:embed="rId2"/>
          <a:stretch/>
        </p:blipFill>
        <p:spPr>
          <a:xfrm>
            <a:off x="2380680" y="3040560"/>
            <a:ext cx="3739320" cy="2103120"/>
          </a:xfrm>
          <a:prstGeom prst="rect">
            <a:avLst/>
          </a:prstGeom>
          <a:noFill/>
          <a:ln w="0">
            <a:noFill/>
          </a:ln>
        </p:spPr>
      </p:pic>
      <p:sp>
        <p:nvSpPr>
          <p:cNvPr id="64" name=""/>
          <p:cNvSpPr/>
          <p:nvPr/>
        </p:nvSpPr>
        <p:spPr>
          <a:xfrm>
            <a:off x="6300000" y="4320000"/>
            <a:ext cx="2520000" cy="346320"/>
          </a:xfrm>
          <a:prstGeom prst="rect">
            <a:avLst/>
          </a:prstGeom>
          <a:solidFill>
            <a:srgbClr val="000000"/>
          </a:solidFill>
          <a:ln w="0">
            <a:solidFill>
              <a:srgbClr val="3465A4"/>
            </a:solidFill>
          </a:ln>
        </p:spPr>
        <p:style>
          <a:lnRef idx="0"/>
          <a:fillRef idx="0"/>
          <a:effectRef idx="0"/>
          <a:fontRef idx="minor"/>
        </p:style>
        <p:txBody>
          <a:bodyPr lIns="90000" tIns="45000" rIns="90000" bIns="45000" anchor="t">
            <a:spAutoFit/>
          </a:bodyPr>
          <a:p>
            <a:r>
              <a:rPr lang="en-IN" sz="1800" b="1" i="1" u="none" strike="noStrike">
                <a:solidFill>
                  <a:srgbClr val="FF0000"/>
                </a:solidFill>
                <a:effectLst/>
                <a:uFillTx/>
                <a:latin typeface="Arial"/>
              </a:rPr>
              <a:t>- Tushar Tewari</a:t>
            </a:r>
            <a:endParaRPr lang="en-IN" sz="18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5" name="Rectangle 10"/>
          <p:cNvSpPr/>
          <p:nvPr/>
        </p:nvSpPr>
        <p:spPr>
          <a:xfrm>
            <a:off x="2387160" y="180000"/>
            <a:ext cx="4812840" cy="720000"/>
          </a:xfrm>
          <a:prstGeom prst="rect">
            <a:avLst/>
          </a:prstGeom>
          <a:noFill/>
          <a:ln w="38100">
            <a:solidFill>
              <a:srgbClr val="FFFFFF"/>
            </a:solidFill>
          </a:ln>
          <a:effectLst>
            <a:glow rad="139680">
              <a:srgbClr val="1465F4">
                <a:alpha val="40000"/>
              </a:srgbClr>
            </a:glow>
          </a:effectLst>
        </p:spPr>
        <p:style>
          <a:lnRef idx="2">
            <a:schemeClr val="accent1">
              <a:shade val="50000"/>
            </a:schemeClr>
          </a:lnRef>
          <a:fillRef idx="1">
            <a:schemeClr val="accent1"/>
          </a:fillRef>
          <a:effectRef idx="0">
            <a:schemeClr val="accent1"/>
          </a:effectRef>
          <a:fontRef idx="minor"/>
        </p:style>
        <p:txBody>
          <a:bodyPr numCol="1" spcCol="0" horzOverflow="overflow" lIns="68760" tIns="34200" rIns="68760" bIns="34200" anchor="ctr">
            <a:noAutofit/>
          </a:bodyPr>
          <a:p>
            <a:pPr algn="ctr" defTabSz="457200">
              <a:lnSpc>
                <a:spcPct val="100000"/>
              </a:lnSpc>
            </a:pPr>
            <a:r>
              <a:rPr lang="en-US" sz="2000" b="1" u="none" strike="noStrike">
                <a:solidFill>
                  <a:schemeClr val="lt1"/>
                </a:solidFill>
                <a:effectLst/>
                <a:uFillTx/>
                <a:latin typeface="Leelawadee"/>
              </a:rPr>
              <a:t>Netflix Movie Data Analysis </a:t>
            </a:r>
            <a:endParaRPr lang="en-IN" sz="2000" b="0" u="none" strike="noStrike">
              <a:solidFill>
                <a:srgbClr val="FFFFFF"/>
              </a:solidFill>
              <a:effectLst/>
              <a:uFillTx/>
              <a:latin typeface="Arial"/>
            </a:endParaRPr>
          </a:p>
          <a:p>
            <a:pPr algn="ctr" defTabSz="457200">
              <a:lnSpc>
                <a:spcPct val="100000"/>
              </a:lnSpc>
            </a:pPr>
            <a:r>
              <a:rPr lang="en-US" sz="2000" b="1" u="none" strike="noStrike">
                <a:solidFill>
                  <a:schemeClr val="lt1"/>
                </a:solidFill>
                <a:effectLst/>
                <a:uFillTx/>
                <a:latin typeface="Leelawadee"/>
              </a:rPr>
              <a:t>Project</a:t>
            </a:r>
            <a:endParaRPr lang="en-IN" sz="2000" b="0" u="none" strike="noStrike">
              <a:solidFill>
                <a:srgbClr val="FFFFFF"/>
              </a:solidFill>
              <a:effectLst/>
              <a:uFillTx/>
              <a:latin typeface="Arial"/>
            </a:endParaRPr>
          </a:p>
        </p:txBody>
      </p:sp>
      <p:sp>
        <p:nvSpPr>
          <p:cNvPr id="66" name="TextBox 8"/>
          <p:cNvSpPr/>
          <p:nvPr/>
        </p:nvSpPr>
        <p:spPr>
          <a:xfrm>
            <a:off x="2808000" y="1260000"/>
            <a:ext cx="3678480" cy="34160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800" b="0" u="none" strike="noStrike">
                <a:solidFill>
                  <a:schemeClr val="lt1"/>
                </a:solidFill>
                <a:effectLst/>
                <a:uFillTx/>
                <a:latin typeface="Calibri"/>
              </a:rPr>
              <a:t>Netflix, founded on August 29, 1997, in Scotts Valley, California, by Reed Hastings and Marc Randolph, began as a DVD-by-mail service. Hastings, a computer scientist and mathematician, co-founded the company after being inspired by a hefty late fee from a traditional video rental store. Randolph, a marketing executive, played a pivotal role in shaping Netflix's early user interface and branding.</a:t>
            </a:r>
            <a:endParaRPr lang="en-IN" sz="1800" b="0" u="none" strike="noStrike">
              <a:solidFill>
                <a:srgbClr val="FFFFFF"/>
              </a:solidFill>
              <a:effectLst/>
              <a:uFillTx/>
              <a:latin typeface="Arial"/>
            </a:endParaRPr>
          </a:p>
        </p:txBody>
      </p:sp>
      <p:pic>
        <p:nvPicPr>
          <p:cNvPr id="67" name="Picture 13"/>
          <p:cNvPicPr/>
          <p:nvPr/>
        </p:nvPicPr>
        <p:blipFill>
          <a:blip r:embed="rId1"/>
          <a:stretch/>
        </p:blipFill>
        <p:spPr>
          <a:xfrm>
            <a:off x="360" y="1260000"/>
            <a:ext cx="2807640" cy="1703880"/>
          </a:xfrm>
          <a:prstGeom prst="rect">
            <a:avLst/>
          </a:prstGeom>
          <a:noFill/>
          <a:ln w="0">
            <a:noFill/>
          </a:ln>
        </p:spPr>
      </p:pic>
      <p:pic>
        <p:nvPicPr>
          <p:cNvPr id="68" name="Picture 18"/>
          <p:cNvPicPr/>
          <p:nvPr/>
        </p:nvPicPr>
        <p:blipFill>
          <a:blip r:embed="rId2"/>
          <a:stretch/>
        </p:blipFill>
        <p:spPr>
          <a:xfrm>
            <a:off x="6465960" y="1388520"/>
            <a:ext cx="2678040" cy="2571480"/>
          </a:xfrm>
          <a:prstGeom prst="rect">
            <a:avLst/>
          </a:prstGeom>
          <a:noFill/>
          <a:ln w="0">
            <a:noFill/>
          </a:ln>
        </p:spPr>
      </p:pic>
      <p:pic>
        <p:nvPicPr>
          <p:cNvPr id="69" name="Picture 20"/>
          <p:cNvPicPr/>
          <p:nvPr/>
        </p:nvPicPr>
        <p:blipFill>
          <a:blip r:embed="rId3"/>
          <a:stretch/>
        </p:blipFill>
        <p:spPr>
          <a:xfrm>
            <a:off x="0" y="3060000"/>
            <a:ext cx="2828880" cy="1885680"/>
          </a:xfrm>
          <a:prstGeom prst="rect">
            <a:avLst/>
          </a:prstGeom>
          <a:noFill/>
          <a:ln w="0">
            <a:noFill/>
          </a:ln>
        </p:spPr>
      </p:pic>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0" name="Rectangle 10"/>
          <p:cNvSpPr/>
          <p:nvPr/>
        </p:nvSpPr>
        <p:spPr>
          <a:xfrm>
            <a:off x="2387160" y="151920"/>
            <a:ext cx="4681800" cy="928080"/>
          </a:xfrm>
          <a:prstGeom prst="rect">
            <a:avLst/>
          </a:prstGeom>
          <a:noFill/>
          <a:ln w="38100">
            <a:solidFill>
              <a:srgbClr val="FFFFFF"/>
            </a:solidFill>
          </a:ln>
          <a:effectLst>
            <a:glow rad="139680">
              <a:srgbClr val="1465F4">
                <a:alpha val="40000"/>
              </a:srgbClr>
            </a:glow>
          </a:effectLst>
        </p:spPr>
        <p:style>
          <a:lnRef idx="2">
            <a:schemeClr val="accent1">
              <a:shade val="50000"/>
            </a:schemeClr>
          </a:lnRef>
          <a:fillRef idx="1">
            <a:schemeClr val="accent1"/>
          </a:fillRef>
          <a:effectRef idx="0">
            <a:schemeClr val="accent1"/>
          </a:effectRef>
          <a:fontRef idx="minor"/>
        </p:style>
        <p:txBody>
          <a:bodyPr numCol="1" spcCol="0" horzOverflow="overflow" lIns="68760" tIns="34200" rIns="68760" bIns="34200" anchor="ctr">
            <a:noAutofit/>
          </a:bodyPr>
          <a:p>
            <a:pPr algn="ctr" defTabSz="457200">
              <a:lnSpc>
                <a:spcPct val="100000"/>
              </a:lnSpc>
            </a:pPr>
            <a:r>
              <a:rPr lang="en-US" sz="2000" b="1" u="none" strike="noStrike">
                <a:solidFill>
                  <a:schemeClr val="lt1"/>
                </a:solidFill>
                <a:effectLst/>
                <a:uFillTx/>
                <a:latin typeface="Leelawadee"/>
              </a:rPr>
              <a:t>Netflix Movie Data Analysis Project</a:t>
            </a:r>
            <a:endParaRPr lang="en-IN" sz="2000" b="0" u="none" strike="noStrike">
              <a:solidFill>
                <a:srgbClr val="FFFFFF"/>
              </a:solidFill>
              <a:effectLst/>
              <a:uFillTx/>
              <a:latin typeface="Arial"/>
            </a:endParaRPr>
          </a:p>
        </p:txBody>
      </p:sp>
      <p:pic>
        <p:nvPicPr>
          <p:cNvPr id="71" name="Picture 3"/>
          <p:cNvPicPr/>
          <p:nvPr/>
        </p:nvPicPr>
        <p:blipFill>
          <a:blip r:embed="rId1"/>
          <a:stretch/>
        </p:blipFill>
        <p:spPr>
          <a:xfrm>
            <a:off x="180000" y="1333440"/>
            <a:ext cx="4185720" cy="2890440"/>
          </a:xfrm>
          <a:prstGeom prst="rect">
            <a:avLst/>
          </a:prstGeom>
          <a:noFill/>
          <a:ln w="0">
            <a:noFill/>
          </a:ln>
        </p:spPr>
      </p:pic>
      <p:sp>
        <p:nvSpPr>
          <p:cNvPr id="72" name="TextBox 5"/>
          <p:cNvSpPr/>
          <p:nvPr/>
        </p:nvSpPr>
        <p:spPr>
          <a:xfrm>
            <a:off x="4450320" y="1440000"/>
            <a:ext cx="4416840" cy="244656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700" b="0" u="none" strike="noStrike">
                <a:solidFill>
                  <a:schemeClr val="lt1"/>
                </a:solidFill>
                <a:effectLst/>
                <a:uFillTx/>
                <a:latin typeface="Calibri"/>
              </a:rPr>
              <a:t>In 2007, Netflix introduced streaming services, allowing subscribers to watch movies and TV shows instantly online. This strategic shift capitalized on the growing internet bandwidth and changing consumer preferences, propelling Netflix into a leading global streaming platform. By 2010, the company began its international expansion, starting with Canada, and by 2016, it was available in over 190 countries. </a:t>
            </a:r>
            <a:endParaRPr lang="en-IN" sz="1700" b="0" u="none" strike="noStrike">
              <a:solidFill>
                <a:srgbClr val="FFFFFF"/>
              </a:solidFill>
              <a:effectLst/>
              <a:uFillTx/>
              <a:latin typeface="Arial"/>
            </a:endParaRPr>
          </a:p>
        </p:txBody>
      </p:sp>
      <p:pic>
        <p:nvPicPr>
          <p:cNvPr id="73" name="Picture 6"/>
          <p:cNvPicPr/>
          <p:nvPr/>
        </p:nvPicPr>
        <p:blipFill>
          <a:blip r:embed="rId2"/>
          <a:stretch/>
        </p:blipFill>
        <p:spPr>
          <a:xfrm>
            <a:off x="7529760" y="304920"/>
            <a:ext cx="1364040" cy="415080"/>
          </a:xfrm>
          <a:prstGeom prst="rect">
            <a:avLst/>
          </a:prstGeom>
          <a:noFill/>
          <a:ln w="0">
            <a:noFill/>
          </a:ln>
        </p:spPr>
      </p:pic>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4" name="Rectangle 10"/>
          <p:cNvSpPr/>
          <p:nvPr/>
        </p:nvSpPr>
        <p:spPr>
          <a:xfrm>
            <a:off x="2387160" y="151920"/>
            <a:ext cx="4681800" cy="928080"/>
          </a:xfrm>
          <a:prstGeom prst="rect">
            <a:avLst/>
          </a:prstGeom>
          <a:noFill/>
          <a:ln w="38100">
            <a:solidFill>
              <a:srgbClr val="FFFFFF"/>
            </a:solidFill>
          </a:ln>
          <a:effectLst>
            <a:glow rad="139680">
              <a:srgbClr val="1465F4">
                <a:alpha val="40000"/>
              </a:srgbClr>
            </a:glow>
          </a:effectLst>
        </p:spPr>
        <p:style>
          <a:lnRef idx="2">
            <a:schemeClr val="accent1">
              <a:shade val="50000"/>
            </a:schemeClr>
          </a:lnRef>
          <a:fillRef idx="1">
            <a:schemeClr val="accent1"/>
          </a:fillRef>
          <a:effectRef idx="0">
            <a:schemeClr val="accent1"/>
          </a:effectRef>
          <a:fontRef idx="minor"/>
        </p:style>
        <p:txBody>
          <a:bodyPr numCol="1" spcCol="0" horzOverflow="overflow" lIns="68760" tIns="34200" rIns="68760" bIns="34200" anchor="ctr">
            <a:noAutofit/>
          </a:bodyPr>
          <a:p>
            <a:pPr algn="ctr" defTabSz="457200">
              <a:lnSpc>
                <a:spcPct val="100000"/>
              </a:lnSpc>
            </a:pPr>
            <a:r>
              <a:rPr lang="en-US" sz="2000" b="1" u="none" strike="noStrike">
                <a:solidFill>
                  <a:schemeClr val="lt1"/>
                </a:solidFill>
                <a:effectLst/>
                <a:uFillTx/>
                <a:latin typeface="Leelawadee"/>
              </a:rPr>
              <a:t>Netflix Movie Data Analysis Project</a:t>
            </a:r>
            <a:endParaRPr lang="en-IN" sz="2000" b="0" u="none" strike="noStrike">
              <a:solidFill>
                <a:srgbClr val="FFFFFF"/>
              </a:solidFill>
              <a:effectLst/>
              <a:uFillTx/>
              <a:latin typeface="Arial"/>
            </a:endParaRPr>
          </a:p>
        </p:txBody>
      </p:sp>
      <p:pic>
        <p:nvPicPr>
          <p:cNvPr id="75" name="Picture 2"/>
          <p:cNvPicPr/>
          <p:nvPr/>
        </p:nvPicPr>
        <p:blipFill>
          <a:blip r:embed="rId1"/>
          <a:stretch/>
        </p:blipFill>
        <p:spPr>
          <a:xfrm>
            <a:off x="7371360" y="360000"/>
            <a:ext cx="1518840" cy="462240"/>
          </a:xfrm>
          <a:prstGeom prst="rect">
            <a:avLst/>
          </a:prstGeom>
          <a:noFill/>
          <a:ln w="0">
            <a:noFill/>
          </a:ln>
        </p:spPr>
      </p:pic>
      <p:sp>
        <p:nvSpPr>
          <p:cNvPr id="76" name="TextBox 7"/>
          <p:cNvSpPr/>
          <p:nvPr/>
        </p:nvSpPr>
        <p:spPr>
          <a:xfrm>
            <a:off x="211320" y="1207080"/>
            <a:ext cx="3748680" cy="329292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600" b="0" u="none" strike="noStrike">
                <a:solidFill>
                  <a:schemeClr val="lt1"/>
                </a:solidFill>
                <a:effectLst/>
                <a:uFillTx/>
                <a:latin typeface="Calibri"/>
              </a:rPr>
              <a:t>As of 2024, Netflix reported a revenue of nearly $10 billion in the third quarter, with profits reaching $2.4 billion. </a:t>
            </a:r>
            <a:endParaRPr lang="en-IN" sz="1600" b="0" u="none" strike="noStrike">
              <a:solidFill>
                <a:srgbClr val="FFFFFF"/>
              </a:solidFill>
              <a:effectLst/>
              <a:uFillTx/>
              <a:latin typeface="Arial"/>
            </a:endParaRPr>
          </a:p>
          <a:p>
            <a:pPr defTabSz="457200">
              <a:lnSpc>
                <a:spcPct val="100000"/>
              </a:lnSpc>
            </a:pPr>
            <a:r>
              <a:rPr lang="en-US" sz="1600" b="0" u="none" strike="noStrike">
                <a:solidFill>
                  <a:schemeClr val="lt1"/>
                </a:solidFill>
                <a:effectLst/>
                <a:uFillTx/>
                <a:latin typeface="Calibri"/>
              </a:rPr>
              <a:t>The platform boasts over 283 million paid memberships across more than 190 countries, offering a vast library of TV series, films, and games in various genres and languages. </a:t>
            </a:r>
            <a:endParaRPr lang="en-IN" sz="1600" b="0" u="none" strike="noStrike">
              <a:solidFill>
                <a:srgbClr val="FFFFFF"/>
              </a:solidFill>
              <a:effectLst/>
              <a:uFillTx/>
              <a:latin typeface="Arial"/>
            </a:endParaRPr>
          </a:p>
          <a:p>
            <a:pPr defTabSz="457200">
              <a:lnSpc>
                <a:spcPct val="100000"/>
              </a:lnSpc>
            </a:pPr>
            <a:endParaRPr lang="en-IN" sz="1600" b="0" u="none" strike="noStrike">
              <a:solidFill>
                <a:srgbClr val="FFFFFF"/>
              </a:solidFill>
              <a:effectLst/>
              <a:uFillTx/>
              <a:latin typeface="Arial"/>
            </a:endParaRPr>
          </a:p>
          <a:p>
            <a:pPr defTabSz="457200">
              <a:lnSpc>
                <a:spcPct val="100000"/>
              </a:lnSpc>
            </a:pPr>
            <a:r>
              <a:rPr lang="en-US" sz="1600" b="0" u="none" strike="noStrike">
                <a:solidFill>
                  <a:schemeClr val="lt1"/>
                </a:solidFill>
                <a:effectLst/>
                <a:uFillTx/>
                <a:latin typeface="Calibri"/>
              </a:rPr>
              <a:t>Overall, Netflix's evolution from a DVD rental service to a global streaming giant underscores its adaptability and innovative approach in the entertainment industry.</a:t>
            </a:r>
            <a:endParaRPr lang="en-IN" sz="1600" b="0" u="none" strike="noStrike">
              <a:solidFill>
                <a:srgbClr val="FFFFFF"/>
              </a:solidFill>
              <a:effectLst/>
              <a:uFillTx/>
              <a:latin typeface="Arial"/>
            </a:endParaRPr>
          </a:p>
        </p:txBody>
      </p:sp>
      <p:pic>
        <p:nvPicPr>
          <p:cNvPr id="77" name="Picture 9"/>
          <p:cNvPicPr/>
          <p:nvPr/>
        </p:nvPicPr>
        <p:blipFill>
          <a:blip r:embed="rId2"/>
          <a:stretch/>
        </p:blipFill>
        <p:spPr>
          <a:xfrm>
            <a:off x="4161240" y="1440000"/>
            <a:ext cx="4838760" cy="2721600"/>
          </a:xfrm>
          <a:prstGeom prst="rect">
            <a:avLst/>
          </a:prstGeom>
          <a:noFill/>
          <a:ln w="0">
            <a:noFill/>
          </a:ln>
        </p:spPr>
      </p:pic>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8" name="Rectangle 10"/>
          <p:cNvSpPr/>
          <p:nvPr/>
        </p:nvSpPr>
        <p:spPr>
          <a:xfrm>
            <a:off x="2158200" y="180000"/>
            <a:ext cx="4681800" cy="1108080"/>
          </a:xfrm>
          <a:prstGeom prst="rect">
            <a:avLst/>
          </a:prstGeom>
          <a:noFill/>
          <a:ln w="38100">
            <a:solidFill>
              <a:srgbClr val="FFFFFF"/>
            </a:solidFill>
          </a:ln>
          <a:effectLst>
            <a:glow rad="139680">
              <a:srgbClr val="1465F4">
                <a:alpha val="40000"/>
              </a:srgbClr>
            </a:glow>
          </a:effectLst>
        </p:spPr>
        <p:style>
          <a:lnRef idx="2">
            <a:schemeClr val="accent1">
              <a:shade val="50000"/>
            </a:schemeClr>
          </a:lnRef>
          <a:fillRef idx="1">
            <a:schemeClr val="accent1"/>
          </a:fillRef>
          <a:effectRef idx="0">
            <a:schemeClr val="accent1"/>
          </a:effectRef>
          <a:fontRef idx="minor"/>
        </p:style>
        <p:txBody>
          <a:bodyPr numCol="1" spcCol="0" horzOverflow="overflow" lIns="68760" tIns="34200" rIns="68760" bIns="34200" anchor="ctr">
            <a:noAutofit/>
          </a:bodyPr>
          <a:p>
            <a:pPr algn="ctr" defTabSz="457200">
              <a:lnSpc>
                <a:spcPct val="100000"/>
              </a:lnSpc>
            </a:pPr>
            <a:r>
              <a:rPr lang="en-US" sz="2000" b="1" u="none" strike="noStrike">
                <a:solidFill>
                  <a:schemeClr val="lt1"/>
                </a:solidFill>
                <a:effectLst/>
                <a:uFillTx/>
                <a:latin typeface="Leelawadee"/>
              </a:rPr>
              <a:t>Netflix Movie Data Analysis Project</a:t>
            </a:r>
            <a:endParaRPr lang="en-IN" sz="2000" b="0" u="none" strike="noStrike">
              <a:solidFill>
                <a:srgbClr val="FFFFFF"/>
              </a:solidFill>
              <a:effectLst/>
              <a:uFillTx/>
              <a:latin typeface="Arial"/>
            </a:endParaRPr>
          </a:p>
        </p:txBody>
      </p:sp>
      <p:pic>
        <p:nvPicPr>
          <p:cNvPr id="79" name="Picture 2"/>
          <p:cNvPicPr/>
          <p:nvPr/>
        </p:nvPicPr>
        <p:blipFill>
          <a:blip r:embed="rId1"/>
          <a:stretch/>
        </p:blipFill>
        <p:spPr>
          <a:xfrm>
            <a:off x="7380000" y="437760"/>
            <a:ext cx="1518840" cy="462240"/>
          </a:xfrm>
          <a:prstGeom prst="rect">
            <a:avLst/>
          </a:prstGeom>
          <a:noFill/>
          <a:ln w="0">
            <a:noFill/>
          </a:ln>
        </p:spPr>
      </p:pic>
      <p:pic>
        <p:nvPicPr>
          <p:cNvPr id="80" name="Picture 5"/>
          <p:cNvPicPr/>
          <p:nvPr/>
        </p:nvPicPr>
        <p:blipFill>
          <a:blip r:embed="rId2"/>
          <a:stretch/>
        </p:blipFill>
        <p:spPr>
          <a:xfrm>
            <a:off x="900000" y="1620000"/>
            <a:ext cx="7380000" cy="3256200"/>
          </a:xfrm>
          <a:prstGeom prst="rect">
            <a:avLst/>
          </a:prstGeom>
          <a:noFill/>
          <a:ln w="0">
            <a:noFill/>
          </a:ln>
        </p:spPr>
      </p:pic>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1" name="Rectangle 10"/>
          <p:cNvSpPr/>
          <p:nvPr/>
        </p:nvSpPr>
        <p:spPr>
          <a:xfrm>
            <a:off x="1980000" y="151920"/>
            <a:ext cx="4681800" cy="1108080"/>
          </a:xfrm>
          <a:prstGeom prst="rect">
            <a:avLst/>
          </a:prstGeom>
          <a:noFill/>
          <a:ln w="38100">
            <a:solidFill>
              <a:srgbClr val="FFFFFF"/>
            </a:solidFill>
          </a:ln>
          <a:effectLst>
            <a:glow rad="139680">
              <a:srgbClr val="1465F4">
                <a:alpha val="40000"/>
              </a:srgbClr>
            </a:glow>
          </a:effectLst>
        </p:spPr>
        <p:style>
          <a:lnRef idx="2">
            <a:schemeClr val="accent1">
              <a:shade val="50000"/>
            </a:schemeClr>
          </a:lnRef>
          <a:fillRef idx="1">
            <a:schemeClr val="accent1"/>
          </a:fillRef>
          <a:effectRef idx="0">
            <a:schemeClr val="accent1"/>
          </a:effectRef>
          <a:fontRef idx="minor"/>
        </p:style>
        <p:txBody>
          <a:bodyPr numCol="1" spcCol="0" horzOverflow="overflow" lIns="68760" tIns="34200" rIns="68760" bIns="34200" anchor="ctr">
            <a:noAutofit/>
          </a:bodyPr>
          <a:p>
            <a:pPr algn="ctr" defTabSz="457200">
              <a:lnSpc>
                <a:spcPct val="100000"/>
              </a:lnSpc>
            </a:pPr>
            <a:r>
              <a:rPr lang="en-US" sz="2000" b="1" u="none" strike="noStrike">
                <a:solidFill>
                  <a:schemeClr val="lt1"/>
                </a:solidFill>
                <a:effectLst/>
                <a:uFillTx/>
                <a:latin typeface="Leelawadee"/>
              </a:rPr>
              <a:t>Netflix Movie Data Analysis Project</a:t>
            </a:r>
            <a:endParaRPr lang="en-IN" sz="2000" b="0" u="none" strike="noStrike">
              <a:solidFill>
                <a:srgbClr val="FFFFFF"/>
              </a:solidFill>
              <a:effectLst/>
              <a:uFillTx/>
              <a:latin typeface="Arial"/>
            </a:endParaRPr>
          </a:p>
        </p:txBody>
      </p:sp>
      <p:pic>
        <p:nvPicPr>
          <p:cNvPr id="82" name="Picture 2"/>
          <p:cNvPicPr/>
          <p:nvPr/>
        </p:nvPicPr>
        <p:blipFill>
          <a:blip r:embed="rId1"/>
          <a:stretch/>
        </p:blipFill>
        <p:spPr>
          <a:xfrm>
            <a:off x="7200000" y="540000"/>
            <a:ext cx="1518840" cy="462240"/>
          </a:xfrm>
          <a:prstGeom prst="rect">
            <a:avLst/>
          </a:prstGeom>
          <a:noFill/>
          <a:ln w="0">
            <a:noFill/>
          </a:ln>
        </p:spPr>
      </p:pic>
      <p:sp>
        <p:nvSpPr>
          <p:cNvPr id="83" name="TextBox 6"/>
          <p:cNvSpPr/>
          <p:nvPr/>
        </p:nvSpPr>
        <p:spPr>
          <a:xfrm>
            <a:off x="246240" y="1541160"/>
            <a:ext cx="8756640" cy="3138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800" b="0" u="none" strike="noStrike">
                <a:solidFill>
                  <a:schemeClr val="lt1"/>
                </a:solidFill>
                <a:effectLst/>
                <a:uFillTx/>
                <a:latin typeface="Calibri"/>
              </a:rPr>
              <a:t>Netflix is known for its work in data science, AI, and ML, particularly for building strong recommendation models and algorithms that understand customer behavior and patterns. Suppose you are working in a data-driven job role, and you have a dataset of more than 9,000 movies. You need to solve the following questions to help the company make informed business decisions accordingly.</a:t>
            </a:r>
            <a:endParaRPr lang="en-IN" sz="1800" b="0" u="none" strike="noStrike">
              <a:solidFill>
                <a:srgbClr val="FFFFFF"/>
              </a:solidFill>
              <a:effectLst/>
              <a:uFillTx/>
              <a:latin typeface="Arial"/>
            </a:endParaRPr>
          </a:p>
          <a:p>
            <a:pPr defTabSz="457200">
              <a:lnSpc>
                <a:spcPct val="100000"/>
              </a:lnSpc>
            </a:pPr>
            <a:endParaRPr lang="en-IN" sz="1800" b="0" u="none" strike="noStrike">
              <a:solidFill>
                <a:srgbClr val="FFFFFF"/>
              </a:solidFill>
              <a:effectLst/>
              <a:uFillTx/>
              <a:latin typeface="Arial"/>
            </a:endParaRPr>
          </a:p>
          <a:p>
            <a:pPr marL="343080" indent="-343080" defTabSz="457200">
              <a:lnSpc>
                <a:spcPct val="100000"/>
              </a:lnSpc>
              <a:buClr>
                <a:srgbClr val="FFFFFF"/>
              </a:buClr>
              <a:buFont typeface="OpenSymbol"/>
              <a:buAutoNum type="arabicParenR"/>
            </a:pPr>
            <a:r>
              <a:rPr lang="en-US" sz="1800" b="0" u="none" strike="noStrike">
                <a:solidFill>
                  <a:schemeClr val="lt1"/>
                </a:solidFill>
                <a:effectLst/>
                <a:uFillTx/>
                <a:latin typeface="Calibri"/>
              </a:rPr>
              <a:t>What is the most frequent genre of movies released on Netflix?</a:t>
            </a:r>
            <a:endParaRPr lang="en-IN" sz="1800" b="0" u="none" strike="noStrike">
              <a:solidFill>
                <a:srgbClr val="FFFFFF"/>
              </a:solidFill>
              <a:effectLst/>
              <a:uFillTx/>
              <a:latin typeface="Arial"/>
            </a:endParaRPr>
          </a:p>
          <a:p>
            <a:pPr marL="343080" indent="-343080" defTabSz="457200">
              <a:lnSpc>
                <a:spcPct val="100000"/>
              </a:lnSpc>
              <a:buClr>
                <a:srgbClr val="FFFFFF"/>
              </a:buClr>
              <a:buFont typeface="OpenSymbol"/>
              <a:buAutoNum type="arabicParenR"/>
            </a:pPr>
            <a:r>
              <a:rPr lang="en-US" sz="1800" b="0" u="none" strike="noStrike">
                <a:solidFill>
                  <a:schemeClr val="lt1"/>
                </a:solidFill>
                <a:effectLst/>
                <a:uFillTx/>
                <a:latin typeface="Calibri"/>
              </a:rPr>
              <a:t>Which has highest votes in vote avg column?</a:t>
            </a:r>
            <a:endParaRPr lang="en-IN" sz="1800" b="0" u="none" strike="noStrike">
              <a:solidFill>
                <a:srgbClr val="FFFFFF"/>
              </a:solidFill>
              <a:effectLst/>
              <a:uFillTx/>
              <a:latin typeface="Arial"/>
            </a:endParaRPr>
          </a:p>
          <a:p>
            <a:pPr marL="343080" indent="-343080" defTabSz="457200">
              <a:lnSpc>
                <a:spcPct val="100000"/>
              </a:lnSpc>
              <a:buClr>
                <a:srgbClr val="FFFFFF"/>
              </a:buClr>
              <a:buFont typeface="OpenSymbol"/>
              <a:buAutoNum type="arabicParenR"/>
            </a:pPr>
            <a:r>
              <a:rPr lang="en-US" sz="1800" b="0" u="none" strike="noStrike">
                <a:solidFill>
                  <a:schemeClr val="lt1"/>
                </a:solidFill>
                <a:effectLst/>
                <a:uFillTx/>
                <a:latin typeface="Calibri"/>
              </a:rPr>
              <a:t>What movie got the highest popularity? what's its genre?</a:t>
            </a:r>
            <a:endParaRPr lang="en-IN" sz="1800" b="0" u="none" strike="noStrike">
              <a:solidFill>
                <a:srgbClr val="FFFFFF"/>
              </a:solidFill>
              <a:effectLst/>
              <a:uFillTx/>
              <a:latin typeface="Arial"/>
            </a:endParaRPr>
          </a:p>
          <a:p>
            <a:pPr marL="343080" indent="-343080" defTabSz="457200">
              <a:lnSpc>
                <a:spcPct val="100000"/>
              </a:lnSpc>
              <a:buClr>
                <a:srgbClr val="FFFFFF"/>
              </a:buClr>
              <a:buFont typeface="OpenSymbol"/>
              <a:buAutoNum type="arabicParenR"/>
            </a:pPr>
            <a:r>
              <a:rPr lang="en-US" sz="1800" b="0" u="none" strike="noStrike">
                <a:solidFill>
                  <a:schemeClr val="lt1"/>
                </a:solidFill>
                <a:effectLst/>
                <a:uFillTx/>
                <a:latin typeface="Calibri"/>
              </a:rPr>
              <a:t>What movie got the lowest popularity? what's its genre?</a:t>
            </a:r>
            <a:endParaRPr lang="en-IN" sz="1800" b="0" u="none" strike="noStrike">
              <a:solidFill>
                <a:srgbClr val="FFFFFF"/>
              </a:solidFill>
              <a:effectLst/>
              <a:uFillTx/>
              <a:latin typeface="Arial"/>
            </a:endParaRPr>
          </a:p>
          <a:p>
            <a:pPr marL="343080" indent="-343080" defTabSz="457200">
              <a:lnSpc>
                <a:spcPct val="100000"/>
              </a:lnSpc>
              <a:buClr>
                <a:srgbClr val="FFFFFF"/>
              </a:buClr>
              <a:buFont typeface="OpenSymbol"/>
              <a:buAutoNum type="arabicParenR"/>
            </a:pPr>
            <a:r>
              <a:rPr lang="en-US" sz="1800" b="0" u="none" strike="noStrike">
                <a:solidFill>
                  <a:schemeClr val="lt1"/>
                </a:solidFill>
                <a:effectLst/>
                <a:uFillTx/>
                <a:latin typeface="Calibri"/>
              </a:rPr>
              <a:t>Which year has the most filmmed movies?</a:t>
            </a:r>
            <a:endParaRPr lang="en-IN" sz="18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Office Theme">
  <a:themeElements>
    <a:clrScheme name="Office Them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docProps/app.xml><?xml version="1.0" encoding="utf-8"?>
<Properties xmlns="http://schemas.openxmlformats.org/officeDocument/2006/extended-properties" xmlns:vt="http://schemas.openxmlformats.org/officeDocument/2006/docPropsVTypes">
  <Template>Office Theme</Template>
  <TotalTime>9546</TotalTime>
  <Application>LibreOffice/26.2.5.2$Windows_X86_64 LibreOffice_project/cd7284b4cbbfeb507e630c1aac019f4157393acb</Application>
  <AppVersion>15.0000</AppVersion>
  <Words>512</Words>
  <Paragraphs>34</Paragraphs>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2022-12-29T08:52:07Z</dcterms:created>
  <dc:creator>ASUS</dc:creator>
  <dc:description/>
  <dc:language>en-IN</dc:language>
  <cp:lastModifiedBy/>
  <dcterms:modified xsi:type="dcterms:W3CDTF">2026-09-24T09:37:56Z</dcterms:modified>
  <cp:revision>1411</cp:revision>
  <dc:subject/>
  <dc:title>PowerPoint Presentation</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PresentationFormat">
    <vt:lpwstr>On-screen Show (16:9)</vt:lpwstr>
  </property>
  <property fmtid="{D5CDD505-2E9C-101B-9397-08002B2CF9AE}" pid="3" name="Slides">
    <vt:i4>8</vt:i4>
  </property>
</Properties>
</file>